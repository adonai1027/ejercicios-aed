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9" r:id="rId1"/>
  </p:sldMasterIdLst>
  <p:notesMasterIdLst>
    <p:notesMasterId r:id="rId38"/>
  </p:notesMasterIdLst>
  <p:handoutMasterIdLst>
    <p:handoutMasterId r:id="rId39"/>
  </p:handoutMasterIdLst>
  <p:sldIdLst>
    <p:sldId id="256" r:id="rId2"/>
    <p:sldId id="261" r:id="rId3"/>
    <p:sldId id="262" r:id="rId4"/>
    <p:sldId id="263" r:id="rId5"/>
    <p:sldId id="301" r:id="rId6"/>
    <p:sldId id="300" r:id="rId7"/>
    <p:sldId id="265" r:id="rId8"/>
    <p:sldId id="271" r:id="rId9"/>
    <p:sldId id="272" r:id="rId10"/>
    <p:sldId id="273" r:id="rId11"/>
    <p:sldId id="275" r:id="rId12"/>
    <p:sldId id="276" r:id="rId13"/>
    <p:sldId id="277" r:id="rId14"/>
    <p:sldId id="278" r:id="rId15"/>
    <p:sldId id="280" r:id="rId16"/>
    <p:sldId id="266" r:id="rId17"/>
    <p:sldId id="267" r:id="rId18"/>
    <p:sldId id="269" r:id="rId19"/>
    <p:sldId id="270" r:id="rId20"/>
    <p:sldId id="282" r:id="rId21"/>
    <p:sldId id="283" r:id="rId22"/>
    <p:sldId id="284" r:id="rId23"/>
    <p:sldId id="285" r:id="rId24"/>
    <p:sldId id="286" r:id="rId25"/>
    <p:sldId id="287" r:id="rId26"/>
    <p:sldId id="288" r:id="rId27"/>
    <p:sldId id="289" r:id="rId28"/>
    <p:sldId id="290" r:id="rId29"/>
    <p:sldId id="291" r:id="rId30"/>
    <p:sldId id="292" r:id="rId31"/>
    <p:sldId id="293" r:id="rId32"/>
    <p:sldId id="294" r:id="rId33"/>
    <p:sldId id="295" r:id="rId34"/>
    <p:sldId id="296" r:id="rId35"/>
    <p:sldId id="297" r:id="rId36"/>
    <p:sldId id="299" r:id="rId37"/>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New Roman"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366"/>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5588" autoAdjust="0"/>
    <p:restoredTop sz="94671" autoAdjust="0"/>
  </p:normalViewPr>
  <p:slideViewPr>
    <p:cSldViewPr>
      <p:cViewPr>
        <p:scale>
          <a:sx n="100" d="100"/>
          <a:sy n="100" d="100"/>
        </p:scale>
        <p:origin x="-1068" y="118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2244"/>
    </p:cViewPr>
  </p:sorterViewPr>
  <p:notesViewPr>
    <p:cSldViewPr>
      <p:cViewPr varScale="1">
        <p:scale>
          <a:sx n="28" d="100"/>
          <a:sy n="28" d="100"/>
        </p:scale>
        <p:origin x="-1266" y="-7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smtClean="0"/>
            </a:lvl1pPr>
          </a:lstStyle>
          <a:p>
            <a:pPr>
              <a:defRPr/>
            </a:pPr>
            <a:endParaRPr lang="es-AR"/>
          </a:p>
        </p:txBody>
      </p:sp>
      <p:sp>
        <p:nvSpPr>
          <p:cNvPr id="8195"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smtClean="0"/>
            </a:lvl1pPr>
          </a:lstStyle>
          <a:p>
            <a:pPr>
              <a:defRPr/>
            </a:pPr>
            <a:endParaRPr lang="es-AR"/>
          </a:p>
        </p:txBody>
      </p:sp>
      <p:sp>
        <p:nvSpPr>
          <p:cNvPr id="8196"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smtClean="0"/>
            </a:lvl1pPr>
          </a:lstStyle>
          <a:p>
            <a:pPr>
              <a:defRPr/>
            </a:pPr>
            <a:endParaRPr lang="es-AR"/>
          </a:p>
        </p:txBody>
      </p:sp>
      <p:sp>
        <p:nvSpPr>
          <p:cNvPr id="8197"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smtClean="0"/>
            </a:lvl1pPr>
          </a:lstStyle>
          <a:p>
            <a:pPr>
              <a:defRPr/>
            </a:pPr>
            <a:fld id="{3FFFBC9F-2877-4372-B2F4-3E4E7DCCBAC3}" type="slidenum">
              <a:rPr lang="es-AR"/>
              <a:pPr>
                <a:defRPr/>
              </a:pPr>
              <a:t>‹Nº›</a:t>
            </a:fld>
            <a:endParaRPr lang="es-AR"/>
          </a:p>
        </p:txBody>
      </p:sp>
    </p:spTree>
    <p:extLst>
      <p:ext uri="{BB962C8B-B14F-4D97-AF65-F5344CB8AC3E}">
        <p14:creationId xmlns:p14="http://schemas.microsoft.com/office/powerpoint/2010/main" val="3052788957"/>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smtClean="0"/>
            </a:lvl1pPr>
          </a:lstStyle>
          <a:p>
            <a:pPr>
              <a:defRPr/>
            </a:pPr>
            <a:endParaRPr lang="es-AR"/>
          </a:p>
        </p:txBody>
      </p:sp>
      <p:sp>
        <p:nvSpPr>
          <p:cNvPr id="10243"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smtClean="0"/>
            </a:lvl1pPr>
          </a:lstStyle>
          <a:p>
            <a:pPr>
              <a:defRPr/>
            </a:pPr>
            <a:endParaRPr lang="es-AR"/>
          </a:p>
        </p:txBody>
      </p:sp>
      <p:sp>
        <p:nvSpPr>
          <p:cNvPr id="5632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10245"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s-AR" noProof="0" smtClean="0"/>
              <a:t>Haga clic para modificar el estilo de texto del patrón</a:t>
            </a:r>
          </a:p>
          <a:p>
            <a:pPr lvl="1"/>
            <a:r>
              <a:rPr lang="es-AR" noProof="0" smtClean="0"/>
              <a:t>Segundo nivel</a:t>
            </a:r>
          </a:p>
          <a:p>
            <a:pPr lvl="2"/>
            <a:r>
              <a:rPr lang="es-AR" noProof="0" smtClean="0"/>
              <a:t>Tercer nivel</a:t>
            </a:r>
          </a:p>
          <a:p>
            <a:pPr lvl="3"/>
            <a:r>
              <a:rPr lang="es-AR" noProof="0" smtClean="0"/>
              <a:t>Cuarto nivel</a:t>
            </a:r>
          </a:p>
          <a:p>
            <a:pPr lvl="4"/>
            <a:r>
              <a:rPr lang="es-AR" noProof="0" smtClean="0"/>
              <a:t>Quinto nivel</a:t>
            </a:r>
          </a:p>
        </p:txBody>
      </p:sp>
      <p:sp>
        <p:nvSpPr>
          <p:cNvPr id="10246"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smtClean="0"/>
            </a:lvl1pPr>
          </a:lstStyle>
          <a:p>
            <a:pPr>
              <a:defRPr/>
            </a:pPr>
            <a:endParaRPr lang="es-AR"/>
          </a:p>
        </p:txBody>
      </p:sp>
      <p:sp>
        <p:nvSpPr>
          <p:cNvPr id="10247"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smtClean="0"/>
            </a:lvl1pPr>
          </a:lstStyle>
          <a:p>
            <a:pPr>
              <a:defRPr/>
            </a:pPr>
            <a:fld id="{52D1B4F7-6738-4708-B52B-355D47FF858B}" type="slidenum">
              <a:rPr lang="es-AR"/>
              <a:pPr>
                <a:defRPr/>
              </a:pPr>
              <a:t>‹Nº›</a:t>
            </a:fld>
            <a:endParaRPr lang="es-AR"/>
          </a:p>
        </p:txBody>
      </p:sp>
    </p:spTree>
    <p:extLst>
      <p:ext uri="{BB962C8B-B14F-4D97-AF65-F5344CB8AC3E}">
        <p14:creationId xmlns:p14="http://schemas.microsoft.com/office/powerpoint/2010/main" val="463616254"/>
      </p:ext>
    </p:extLst>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a:p>
        </p:txBody>
      </p:sp>
    </p:spTree>
    <p:extLst>
      <p:ext uri="{BB962C8B-B14F-4D97-AF65-F5344CB8AC3E}">
        <p14:creationId xmlns:p14="http://schemas.microsoft.com/office/powerpoint/2010/main" val="5186266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Rectangle 2"/>
          <p:cNvSpPr>
            <a:spLocks noGrp="1" noRot="1" noChangeAspect="1" noChangeArrowheads="1" noTextEdit="1"/>
          </p:cNvSpPr>
          <p:nvPr>
            <p:ph type="sldImg"/>
          </p:nvPr>
        </p:nvSpPr>
        <p:spPr>
          <a:xfrm>
            <a:off x="1143000" y="685800"/>
            <a:ext cx="4573588" cy="3430588"/>
          </a:xfrm>
          <a:ln/>
        </p:spPr>
      </p:sp>
      <p:sp>
        <p:nvSpPr>
          <p:cNvPr id="57348" name="Rectangle 3"/>
          <p:cNvSpPr>
            <a:spLocks noGrp="1" noChangeArrowheads="1"/>
          </p:cNvSpPr>
          <p:nvPr>
            <p:ph type="body" idx="1"/>
          </p:nvPr>
        </p:nvSpPr>
        <p:spPr>
          <a:noFill/>
          <a:ln/>
        </p:spPr>
        <p:txBody>
          <a:bodyPr/>
          <a:lstStyle/>
          <a:p>
            <a:endParaRPr lang="es-AR"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Rectangle 2"/>
          <p:cNvSpPr>
            <a:spLocks noGrp="1" noRot="1" noChangeAspect="1" noChangeArrowheads="1" noTextEdit="1"/>
          </p:cNvSpPr>
          <p:nvPr>
            <p:ph type="sldImg"/>
          </p:nvPr>
        </p:nvSpPr>
        <p:spPr>
          <a:xfrm>
            <a:off x="1143000" y="685800"/>
            <a:ext cx="4573588" cy="3430588"/>
          </a:xfrm>
          <a:ln/>
        </p:spPr>
      </p:sp>
      <p:sp>
        <p:nvSpPr>
          <p:cNvPr id="58372" name="Rectangle 3"/>
          <p:cNvSpPr>
            <a:spLocks noGrp="1" noChangeArrowheads="1"/>
          </p:cNvSpPr>
          <p:nvPr>
            <p:ph type="body" idx="1"/>
          </p:nvPr>
        </p:nvSpPr>
        <p:spPr>
          <a:noFill/>
          <a:ln/>
        </p:spPr>
        <p:txBody>
          <a:bodyPr/>
          <a:lstStyle/>
          <a:p>
            <a:endParaRPr lang="es-AR"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Rectangle 2"/>
          <p:cNvSpPr>
            <a:spLocks noGrp="1" noRot="1" noChangeAspect="1" noChangeArrowheads="1" noTextEdit="1"/>
          </p:cNvSpPr>
          <p:nvPr>
            <p:ph type="sldImg"/>
          </p:nvPr>
        </p:nvSpPr>
        <p:spPr>
          <a:xfrm>
            <a:off x="1143000" y="685800"/>
            <a:ext cx="4573588" cy="3430588"/>
          </a:xfrm>
          <a:ln/>
        </p:spPr>
      </p:sp>
      <p:sp>
        <p:nvSpPr>
          <p:cNvPr id="59396" name="Rectangle 3"/>
          <p:cNvSpPr>
            <a:spLocks noGrp="1" noChangeArrowheads="1"/>
          </p:cNvSpPr>
          <p:nvPr>
            <p:ph type="body" idx="1"/>
          </p:nvPr>
        </p:nvSpPr>
        <p:spPr>
          <a:noFill/>
          <a:ln/>
        </p:spPr>
        <p:txBody>
          <a:bodyPr/>
          <a:lstStyle/>
          <a:p>
            <a:endParaRPr lang="es-AR"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AutoShape 17"/>
          <p:cNvSpPr>
            <a:spLocks noChangeArrowheads="1"/>
          </p:cNvSpPr>
          <p:nvPr/>
        </p:nvSpPr>
        <p:spPr bwMode="auto">
          <a:xfrm>
            <a:off x="1600200" y="0"/>
            <a:ext cx="7543800" cy="6858000"/>
          </a:xfrm>
          <a:prstGeom prst="diamond">
            <a:avLst/>
          </a:prstGeom>
          <a:noFill/>
          <a:ln w="9525">
            <a:noFill/>
            <a:miter lim="800000"/>
            <a:headEnd/>
            <a:tailEnd/>
          </a:ln>
        </p:spPr>
        <p:txBody>
          <a:bodyPr wrap="none" anchor="ctr"/>
          <a:lstStyle/>
          <a:p>
            <a:pPr>
              <a:defRPr/>
            </a:pPr>
            <a:endParaRPr lang="es-ES"/>
          </a:p>
        </p:txBody>
      </p:sp>
      <p:sp>
        <p:nvSpPr>
          <p:cNvPr id="3" name="Rectangle 20"/>
          <p:cNvSpPr>
            <a:spLocks noChangeArrowheads="1"/>
          </p:cNvSpPr>
          <p:nvPr/>
        </p:nvSpPr>
        <p:spPr bwMode="auto">
          <a:xfrm>
            <a:off x="0" y="0"/>
            <a:ext cx="381000" cy="6858000"/>
          </a:xfrm>
          <a:prstGeom prst="rect">
            <a:avLst/>
          </a:prstGeom>
          <a:solidFill>
            <a:schemeClr val="bg1"/>
          </a:solidFill>
          <a:ln w="9525">
            <a:noFill/>
            <a:miter lim="800000"/>
            <a:headEnd/>
            <a:tailEnd/>
          </a:ln>
        </p:spPr>
        <p:txBody>
          <a:bodyPr wrap="none" anchor="ctr"/>
          <a:lstStyle/>
          <a:p>
            <a:pPr>
              <a:defRPr/>
            </a:pPr>
            <a:endParaRPr lang="es-ES"/>
          </a:p>
        </p:txBody>
      </p:sp>
      <p:sp>
        <p:nvSpPr>
          <p:cNvPr id="4" name="Rectangle 21"/>
          <p:cNvSpPr>
            <a:spLocks noChangeArrowheads="1"/>
          </p:cNvSpPr>
          <p:nvPr/>
        </p:nvSpPr>
        <p:spPr bwMode="auto">
          <a:xfrm>
            <a:off x="0" y="0"/>
            <a:ext cx="381000" cy="2286000"/>
          </a:xfrm>
          <a:prstGeom prst="rect">
            <a:avLst/>
          </a:prstGeom>
          <a:solidFill>
            <a:srgbClr val="003366"/>
          </a:solidFill>
          <a:ln w="9525">
            <a:noFill/>
            <a:miter lim="800000"/>
            <a:headEnd/>
            <a:tailEnd/>
          </a:ln>
        </p:spPr>
        <p:txBody>
          <a:bodyPr wrap="none" anchor="ctr"/>
          <a:lstStyle/>
          <a:p>
            <a:pPr>
              <a:defRPr/>
            </a:pPr>
            <a:endParaRPr lang="es-ES"/>
          </a:p>
        </p:txBody>
      </p:sp>
      <p:sp>
        <p:nvSpPr>
          <p:cNvPr id="5" name="Rectangle 22"/>
          <p:cNvSpPr>
            <a:spLocks noGrp="1" noChangeArrowheads="1"/>
          </p:cNvSpPr>
          <p:nvPr>
            <p:ph type="ftr" sz="quarter" idx="10"/>
          </p:nvPr>
        </p:nvSpPr>
        <p:spPr>
          <a:xfrm>
            <a:off x="1524000" y="6248400"/>
            <a:ext cx="2895600" cy="457200"/>
          </a:xfrm>
        </p:spPr>
        <p:txBody>
          <a:bodyPr/>
          <a:lstStyle>
            <a:lvl1pPr>
              <a:defRPr smtClean="0"/>
            </a:lvl1pPr>
          </a:lstStyle>
          <a:p>
            <a:pPr>
              <a:defRPr/>
            </a:pPr>
            <a:endParaRPr lang="es-E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2 Marcador de contenido"/>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pie de página"/>
          <p:cNvSpPr>
            <a:spLocks noGrp="1"/>
          </p:cNvSpPr>
          <p:nvPr>
            <p:ph type="ftr" sz="quarter" idx="10"/>
          </p:nvPr>
        </p:nvSpPr>
        <p:spPr/>
        <p:txBody>
          <a:bodyPr/>
          <a:lstStyle>
            <a:lvl1pPr>
              <a:defRPr smtClean="0"/>
            </a:lvl1pPr>
          </a:lstStyle>
          <a:p>
            <a:pPr>
              <a:defRPr/>
            </a:pPr>
            <a:endParaRPr lang="es-ES" sz="1200">
              <a:solidFill>
                <a:schemeClr val="tx1"/>
              </a:solidFill>
            </a:endParaRPr>
          </a:p>
        </p:txBody>
      </p:sp>
      <p:sp>
        <p:nvSpPr>
          <p:cNvPr id="5" name="4 Marcador de número de diapositiva"/>
          <p:cNvSpPr>
            <a:spLocks noGrp="1"/>
          </p:cNvSpPr>
          <p:nvPr>
            <p:ph type="sldNum" sz="quarter" idx="11"/>
          </p:nvPr>
        </p:nvSpPr>
        <p:spPr/>
        <p:txBody>
          <a:bodyPr/>
          <a:lstStyle>
            <a:lvl1pPr>
              <a:defRPr smtClean="0"/>
            </a:lvl1pPr>
          </a:lstStyle>
          <a:p>
            <a:pPr>
              <a:defRPr/>
            </a:pPr>
            <a:fld id="{40655F5D-D76A-433A-A9BE-8C9CE8B0692C}" type="slidenum">
              <a:rPr lang="es-ES"/>
              <a:pPr>
                <a:defRPr/>
              </a:pPr>
              <a:t>‹Nº›</a:t>
            </a:fld>
            <a:endParaRPr lang="es-E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smtClean="0"/>
              <a:t>Haga clic para modificar el estilo de título del patrón</a:t>
            </a:r>
            <a:endParaRPr lang="es-ES"/>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s-ES" smtClean="0"/>
              <a:t>Haga clic para modificar el estilo de texto del patrón</a:t>
            </a:r>
          </a:p>
        </p:txBody>
      </p:sp>
      <p:sp>
        <p:nvSpPr>
          <p:cNvPr id="4" name="3 Marcador de pie de página"/>
          <p:cNvSpPr>
            <a:spLocks noGrp="1"/>
          </p:cNvSpPr>
          <p:nvPr>
            <p:ph type="ftr" sz="quarter" idx="10"/>
          </p:nvPr>
        </p:nvSpPr>
        <p:spPr/>
        <p:txBody>
          <a:bodyPr/>
          <a:lstStyle>
            <a:lvl1pPr>
              <a:defRPr smtClean="0"/>
            </a:lvl1pPr>
          </a:lstStyle>
          <a:p>
            <a:pPr>
              <a:defRPr/>
            </a:pPr>
            <a:endParaRPr lang="es-ES" sz="1200">
              <a:solidFill>
                <a:schemeClr val="tx1"/>
              </a:solidFill>
            </a:endParaRPr>
          </a:p>
        </p:txBody>
      </p:sp>
      <p:sp>
        <p:nvSpPr>
          <p:cNvPr id="5" name="4 Marcador de número de diapositiva"/>
          <p:cNvSpPr>
            <a:spLocks noGrp="1"/>
          </p:cNvSpPr>
          <p:nvPr>
            <p:ph type="sldNum" sz="quarter" idx="11"/>
          </p:nvPr>
        </p:nvSpPr>
        <p:spPr/>
        <p:txBody>
          <a:bodyPr/>
          <a:lstStyle>
            <a:lvl1pPr>
              <a:defRPr smtClean="0"/>
            </a:lvl1pPr>
          </a:lstStyle>
          <a:p>
            <a:pPr>
              <a:defRPr/>
            </a:pPr>
            <a:fld id="{0609BE13-F832-4C04-BB37-B947DBFE7CA8}" type="slidenum">
              <a:rPr lang="es-ES"/>
              <a:pPr>
                <a:defRPr/>
              </a:pPr>
              <a:t>‹Nº›</a:t>
            </a:fld>
            <a:endParaRPr lang="es-E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2 Marcador de contenido"/>
          <p:cNvSpPr>
            <a:spLocks noGrp="1"/>
          </p:cNvSpPr>
          <p:nvPr>
            <p:ph sz="half" idx="1"/>
          </p:nvPr>
        </p:nvSpPr>
        <p:spPr>
          <a:xfrm>
            <a:off x="914400" y="2286000"/>
            <a:ext cx="3695700" cy="3657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contenido"/>
          <p:cNvSpPr>
            <a:spLocks noGrp="1"/>
          </p:cNvSpPr>
          <p:nvPr>
            <p:ph sz="half" idx="2"/>
          </p:nvPr>
        </p:nvSpPr>
        <p:spPr>
          <a:xfrm>
            <a:off x="4762500" y="2286000"/>
            <a:ext cx="3695700" cy="3657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5" name="4 Marcador de pie de página"/>
          <p:cNvSpPr>
            <a:spLocks noGrp="1"/>
          </p:cNvSpPr>
          <p:nvPr>
            <p:ph type="ftr" sz="quarter" idx="10"/>
          </p:nvPr>
        </p:nvSpPr>
        <p:spPr/>
        <p:txBody>
          <a:bodyPr/>
          <a:lstStyle>
            <a:lvl1pPr>
              <a:defRPr smtClean="0"/>
            </a:lvl1pPr>
          </a:lstStyle>
          <a:p>
            <a:pPr>
              <a:defRPr/>
            </a:pPr>
            <a:endParaRPr lang="es-ES" sz="1200">
              <a:solidFill>
                <a:schemeClr val="tx1"/>
              </a:solidFill>
            </a:endParaRPr>
          </a:p>
        </p:txBody>
      </p:sp>
      <p:sp>
        <p:nvSpPr>
          <p:cNvPr id="6" name="5 Marcador de número de diapositiva"/>
          <p:cNvSpPr>
            <a:spLocks noGrp="1"/>
          </p:cNvSpPr>
          <p:nvPr>
            <p:ph type="sldNum" sz="quarter" idx="11"/>
          </p:nvPr>
        </p:nvSpPr>
        <p:spPr/>
        <p:txBody>
          <a:bodyPr/>
          <a:lstStyle>
            <a:lvl1pPr>
              <a:defRPr smtClean="0"/>
            </a:lvl1pPr>
          </a:lstStyle>
          <a:p>
            <a:pPr>
              <a:defRPr/>
            </a:pPr>
            <a:fld id="{78B8A076-D5E5-4D98-8EDF-68D08DA0A206}" type="slidenum">
              <a:rPr lang="es-ES"/>
              <a:pPr>
                <a:defRPr/>
              </a:pPr>
              <a:t>‹Nº›</a:t>
            </a:fld>
            <a:endParaRPr lang="es-E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143000"/>
          </a:xfrm>
        </p:spPr>
        <p:txBody>
          <a:bodyPr/>
          <a:lstStyle>
            <a:lvl1pPr>
              <a:defRPr/>
            </a:lvl1pPr>
          </a:lstStyle>
          <a:p>
            <a:r>
              <a:rPr lang="es-ES" smtClean="0"/>
              <a:t>Haga clic para modificar el estilo de título del patrón</a:t>
            </a:r>
            <a:endParaRPr lang="es-ES"/>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7" name="6 Marcador de pie de página"/>
          <p:cNvSpPr>
            <a:spLocks noGrp="1"/>
          </p:cNvSpPr>
          <p:nvPr>
            <p:ph type="ftr" sz="quarter" idx="10"/>
          </p:nvPr>
        </p:nvSpPr>
        <p:spPr/>
        <p:txBody>
          <a:bodyPr/>
          <a:lstStyle>
            <a:lvl1pPr>
              <a:defRPr smtClean="0"/>
            </a:lvl1pPr>
          </a:lstStyle>
          <a:p>
            <a:pPr>
              <a:defRPr/>
            </a:pPr>
            <a:endParaRPr lang="es-ES" sz="1200">
              <a:solidFill>
                <a:schemeClr val="tx1"/>
              </a:solidFill>
            </a:endParaRPr>
          </a:p>
        </p:txBody>
      </p:sp>
      <p:sp>
        <p:nvSpPr>
          <p:cNvPr id="8" name="7 Marcador de número de diapositiva"/>
          <p:cNvSpPr>
            <a:spLocks noGrp="1"/>
          </p:cNvSpPr>
          <p:nvPr>
            <p:ph type="sldNum" sz="quarter" idx="11"/>
          </p:nvPr>
        </p:nvSpPr>
        <p:spPr/>
        <p:txBody>
          <a:bodyPr/>
          <a:lstStyle>
            <a:lvl1pPr>
              <a:defRPr smtClean="0"/>
            </a:lvl1pPr>
          </a:lstStyle>
          <a:p>
            <a:pPr>
              <a:defRPr/>
            </a:pPr>
            <a:fld id="{1776E868-DF17-4C20-96B4-E5456280630C}" type="slidenum">
              <a:rPr lang="es-ES"/>
              <a:pPr>
                <a:defRPr/>
              </a:pPr>
              <a:t>‹Nº›</a:t>
            </a:fld>
            <a:endParaRPr lang="es-E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2 Marcador de pie de página"/>
          <p:cNvSpPr>
            <a:spLocks noGrp="1"/>
          </p:cNvSpPr>
          <p:nvPr>
            <p:ph type="ftr" sz="quarter" idx="10"/>
          </p:nvPr>
        </p:nvSpPr>
        <p:spPr/>
        <p:txBody>
          <a:bodyPr/>
          <a:lstStyle>
            <a:lvl1pPr>
              <a:defRPr smtClean="0"/>
            </a:lvl1pPr>
          </a:lstStyle>
          <a:p>
            <a:pPr>
              <a:defRPr/>
            </a:pPr>
            <a:endParaRPr lang="es-ES" sz="1200">
              <a:solidFill>
                <a:schemeClr val="tx1"/>
              </a:solidFill>
            </a:endParaRPr>
          </a:p>
        </p:txBody>
      </p:sp>
      <p:sp>
        <p:nvSpPr>
          <p:cNvPr id="4" name="3 Marcador de número de diapositiva"/>
          <p:cNvSpPr>
            <a:spLocks noGrp="1"/>
          </p:cNvSpPr>
          <p:nvPr>
            <p:ph type="sldNum" sz="quarter" idx="11"/>
          </p:nvPr>
        </p:nvSpPr>
        <p:spPr/>
        <p:txBody>
          <a:bodyPr/>
          <a:lstStyle>
            <a:lvl1pPr>
              <a:defRPr smtClean="0"/>
            </a:lvl1pPr>
          </a:lstStyle>
          <a:p>
            <a:pPr>
              <a:defRPr/>
            </a:pPr>
            <a:fld id="{E4A8485D-B3A0-472D-9155-05927B1729FF}" type="slidenum">
              <a:rPr lang="es-ES"/>
              <a:pPr>
                <a:defRPr/>
              </a:pPr>
              <a:t>‹Nº›</a:t>
            </a:fld>
            <a:endParaRPr lang="es-E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pie de página"/>
          <p:cNvSpPr>
            <a:spLocks noGrp="1"/>
          </p:cNvSpPr>
          <p:nvPr>
            <p:ph type="ftr" sz="quarter" idx="10"/>
          </p:nvPr>
        </p:nvSpPr>
        <p:spPr/>
        <p:txBody>
          <a:bodyPr/>
          <a:lstStyle>
            <a:lvl1pPr>
              <a:defRPr smtClean="0"/>
            </a:lvl1pPr>
          </a:lstStyle>
          <a:p>
            <a:pPr>
              <a:defRPr/>
            </a:pPr>
            <a:endParaRPr lang="es-ES" sz="1200">
              <a:solidFill>
                <a:schemeClr val="tx1"/>
              </a:solidFill>
            </a:endParaRPr>
          </a:p>
        </p:txBody>
      </p:sp>
      <p:sp>
        <p:nvSpPr>
          <p:cNvPr id="3" name="2 Marcador de número de diapositiva"/>
          <p:cNvSpPr>
            <a:spLocks noGrp="1"/>
          </p:cNvSpPr>
          <p:nvPr>
            <p:ph type="sldNum" sz="quarter" idx="11"/>
          </p:nvPr>
        </p:nvSpPr>
        <p:spPr/>
        <p:txBody>
          <a:bodyPr/>
          <a:lstStyle>
            <a:lvl1pPr>
              <a:defRPr smtClean="0"/>
            </a:lvl1pPr>
          </a:lstStyle>
          <a:p>
            <a:pPr>
              <a:defRPr/>
            </a:pPr>
            <a:fld id="{DA7FCA89-7900-43F9-A1BC-122943B35CD2}" type="slidenum">
              <a:rPr lang="es-ES"/>
              <a:pPr>
                <a:defRPr/>
              </a:pPr>
              <a:t>‹Nº›</a:t>
            </a:fld>
            <a:endParaRPr lang="es-E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smtClean="0"/>
              <a:t>Haga clic para modificar el estilo de título del patrón</a:t>
            </a:r>
            <a:endParaRPr lang="es-ES"/>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pie de página"/>
          <p:cNvSpPr>
            <a:spLocks noGrp="1"/>
          </p:cNvSpPr>
          <p:nvPr>
            <p:ph type="ftr" sz="quarter" idx="10"/>
          </p:nvPr>
        </p:nvSpPr>
        <p:spPr/>
        <p:txBody>
          <a:bodyPr/>
          <a:lstStyle>
            <a:lvl1pPr>
              <a:defRPr smtClean="0"/>
            </a:lvl1pPr>
          </a:lstStyle>
          <a:p>
            <a:pPr>
              <a:defRPr/>
            </a:pPr>
            <a:endParaRPr lang="es-ES" sz="1200">
              <a:solidFill>
                <a:schemeClr val="tx1"/>
              </a:solidFill>
            </a:endParaRPr>
          </a:p>
        </p:txBody>
      </p:sp>
      <p:sp>
        <p:nvSpPr>
          <p:cNvPr id="6" name="5 Marcador de número de diapositiva"/>
          <p:cNvSpPr>
            <a:spLocks noGrp="1"/>
          </p:cNvSpPr>
          <p:nvPr>
            <p:ph type="sldNum" sz="quarter" idx="11"/>
          </p:nvPr>
        </p:nvSpPr>
        <p:spPr/>
        <p:txBody>
          <a:bodyPr/>
          <a:lstStyle>
            <a:lvl1pPr>
              <a:defRPr smtClean="0"/>
            </a:lvl1pPr>
          </a:lstStyle>
          <a:p>
            <a:pPr>
              <a:defRPr/>
            </a:pPr>
            <a:fld id="{5FC32707-3C16-4401-8D76-C76A9D654E3B}" type="slidenum">
              <a:rPr lang="es-ES"/>
              <a:pPr>
                <a:defRPr/>
              </a:pPr>
              <a:t>‹Nº›</a:t>
            </a:fld>
            <a:endParaRPr lang="es-E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smtClean="0"/>
              <a:t>Haga clic para modificar el estilo de título del patrón</a:t>
            </a:r>
            <a:endParaRPr lang="es-ES"/>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s-ES" noProof="0" smtClean="0"/>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pie de página"/>
          <p:cNvSpPr>
            <a:spLocks noGrp="1"/>
          </p:cNvSpPr>
          <p:nvPr>
            <p:ph type="ftr" sz="quarter" idx="10"/>
          </p:nvPr>
        </p:nvSpPr>
        <p:spPr/>
        <p:txBody>
          <a:bodyPr/>
          <a:lstStyle>
            <a:lvl1pPr>
              <a:defRPr smtClean="0"/>
            </a:lvl1pPr>
          </a:lstStyle>
          <a:p>
            <a:pPr>
              <a:defRPr/>
            </a:pPr>
            <a:endParaRPr lang="es-ES" sz="1200">
              <a:solidFill>
                <a:schemeClr val="tx1"/>
              </a:solidFill>
            </a:endParaRPr>
          </a:p>
        </p:txBody>
      </p:sp>
      <p:sp>
        <p:nvSpPr>
          <p:cNvPr id="6" name="5 Marcador de número de diapositiva"/>
          <p:cNvSpPr>
            <a:spLocks noGrp="1"/>
          </p:cNvSpPr>
          <p:nvPr>
            <p:ph type="sldNum" sz="quarter" idx="11"/>
          </p:nvPr>
        </p:nvSpPr>
        <p:spPr/>
        <p:txBody>
          <a:bodyPr/>
          <a:lstStyle>
            <a:lvl1pPr>
              <a:defRPr smtClean="0"/>
            </a:lvl1pPr>
          </a:lstStyle>
          <a:p>
            <a:pPr>
              <a:defRPr/>
            </a:pPr>
            <a:fld id="{7542928E-2D53-484D-B6EC-4D1806A8E45A}" type="slidenum">
              <a:rPr lang="es-ES"/>
              <a:pPr>
                <a:defRPr/>
              </a:pPr>
              <a:t>‹Nº›</a:t>
            </a:fld>
            <a:endParaRPr lang="es-E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2 Marcador de texto vertical"/>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pie de página"/>
          <p:cNvSpPr>
            <a:spLocks noGrp="1"/>
          </p:cNvSpPr>
          <p:nvPr>
            <p:ph type="ftr" sz="quarter" idx="10"/>
          </p:nvPr>
        </p:nvSpPr>
        <p:spPr/>
        <p:txBody>
          <a:bodyPr/>
          <a:lstStyle>
            <a:lvl1pPr>
              <a:defRPr smtClean="0"/>
            </a:lvl1pPr>
          </a:lstStyle>
          <a:p>
            <a:pPr>
              <a:defRPr/>
            </a:pPr>
            <a:endParaRPr lang="es-ES" sz="1200">
              <a:solidFill>
                <a:schemeClr val="tx1"/>
              </a:solidFill>
            </a:endParaRPr>
          </a:p>
        </p:txBody>
      </p:sp>
      <p:sp>
        <p:nvSpPr>
          <p:cNvPr id="5" name="4 Marcador de número de diapositiva"/>
          <p:cNvSpPr>
            <a:spLocks noGrp="1"/>
          </p:cNvSpPr>
          <p:nvPr>
            <p:ph type="sldNum" sz="quarter" idx="11"/>
          </p:nvPr>
        </p:nvSpPr>
        <p:spPr/>
        <p:txBody>
          <a:bodyPr/>
          <a:lstStyle>
            <a:lvl1pPr>
              <a:defRPr smtClean="0"/>
            </a:lvl1pPr>
          </a:lstStyle>
          <a:p>
            <a:pPr>
              <a:defRPr/>
            </a:pPr>
            <a:fld id="{E1B34A59-CD51-4A34-A7EF-1B233EEDB7DC}" type="slidenum">
              <a:rPr lang="es-ES"/>
              <a:pPr>
                <a:defRPr/>
              </a:pPr>
              <a:t>‹Nº›</a:t>
            </a:fld>
            <a:endParaRPr lang="es-E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572250" y="609600"/>
            <a:ext cx="1885950" cy="5334000"/>
          </a:xfrm>
        </p:spPr>
        <p:txBody>
          <a:bodyPr vert="eaVert"/>
          <a:lstStyle/>
          <a:p>
            <a:r>
              <a:rPr lang="es-ES" smtClean="0"/>
              <a:t>Haga clic para modificar el estilo de título del patrón</a:t>
            </a:r>
            <a:endParaRPr lang="es-ES"/>
          </a:p>
        </p:txBody>
      </p:sp>
      <p:sp>
        <p:nvSpPr>
          <p:cNvPr id="3" name="2 Marcador de texto vertical"/>
          <p:cNvSpPr>
            <a:spLocks noGrp="1"/>
          </p:cNvSpPr>
          <p:nvPr>
            <p:ph type="body" orient="vert" idx="1"/>
          </p:nvPr>
        </p:nvSpPr>
        <p:spPr>
          <a:xfrm>
            <a:off x="914400" y="609600"/>
            <a:ext cx="5505450" cy="5334000"/>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pie de página"/>
          <p:cNvSpPr>
            <a:spLocks noGrp="1"/>
          </p:cNvSpPr>
          <p:nvPr>
            <p:ph type="ftr" sz="quarter" idx="10"/>
          </p:nvPr>
        </p:nvSpPr>
        <p:spPr/>
        <p:txBody>
          <a:bodyPr/>
          <a:lstStyle>
            <a:lvl1pPr>
              <a:defRPr smtClean="0"/>
            </a:lvl1pPr>
          </a:lstStyle>
          <a:p>
            <a:pPr>
              <a:defRPr/>
            </a:pPr>
            <a:endParaRPr lang="es-ES" sz="1200">
              <a:solidFill>
                <a:schemeClr val="tx1"/>
              </a:solidFill>
            </a:endParaRPr>
          </a:p>
        </p:txBody>
      </p:sp>
      <p:sp>
        <p:nvSpPr>
          <p:cNvPr id="5" name="4 Marcador de número de diapositiva"/>
          <p:cNvSpPr>
            <a:spLocks noGrp="1"/>
          </p:cNvSpPr>
          <p:nvPr>
            <p:ph type="sldNum" sz="quarter" idx="11"/>
          </p:nvPr>
        </p:nvSpPr>
        <p:spPr/>
        <p:txBody>
          <a:bodyPr/>
          <a:lstStyle>
            <a:lvl1pPr>
              <a:defRPr smtClean="0"/>
            </a:lvl1pPr>
          </a:lstStyle>
          <a:p>
            <a:pPr>
              <a:defRPr/>
            </a:pPr>
            <a:fld id="{47D68859-E15D-47A2-84AE-6C137DC14C94}" type="slidenum">
              <a:rPr lang="es-ES"/>
              <a:pPr>
                <a:defRPr/>
              </a:pPr>
              <a:t>‹Nº›</a:t>
            </a:fld>
            <a:endParaRPr lang="es-E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chemeClr val="tx1">
                <a:lumMod val="85000"/>
              </a:schemeClr>
            </a:gs>
            <a:gs pos="50000">
              <a:schemeClr val="accent1">
                <a:tint val="44500"/>
                <a:satMod val="160000"/>
              </a:schemeClr>
            </a:gs>
            <a:gs pos="100000">
              <a:schemeClr val="accent1">
                <a:tint val="23500"/>
                <a:satMod val="160000"/>
              </a:schemeClr>
            </a:gs>
          </a:gsLst>
          <a:lin ang="5400000" scaled="0"/>
          <a:tileRect/>
        </a:gradFill>
        <a:effectLst/>
      </p:bgPr>
    </p:bg>
    <p:spTree>
      <p:nvGrpSpPr>
        <p:cNvPr id="1" name=""/>
        <p:cNvGrpSpPr/>
        <p:nvPr/>
      </p:nvGrpSpPr>
      <p:grpSpPr>
        <a:xfrm>
          <a:off x="0" y="0"/>
          <a:ext cx="0" cy="0"/>
          <a:chOff x="0" y="0"/>
          <a:chExt cx="0" cy="0"/>
        </a:xfrm>
      </p:grpSpPr>
      <p:sp>
        <p:nvSpPr>
          <p:cNvPr id="4098" name="AutoShape 2"/>
          <p:cNvSpPr>
            <a:spLocks noChangeArrowheads="1"/>
          </p:cNvSpPr>
          <p:nvPr/>
        </p:nvSpPr>
        <p:spPr bwMode="auto">
          <a:xfrm>
            <a:off x="1600200" y="0"/>
            <a:ext cx="7543800" cy="6858000"/>
          </a:xfrm>
          <a:prstGeom prst="diamond">
            <a:avLst/>
          </a:prstGeom>
          <a:noFill/>
          <a:ln w="9525">
            <a:noFill/>
            <a:miter lim="800000"/>
            <a:headEnd/>
            <a:tailEnd/>
          </a:ln>
        </p:spPr>
        <p:txBody>
          <a:bodyPr wrap="none" anchor="ctr"/>
          <a:lstStyle/>
          <a:p>
            <a:pPr>
              <a:defRPr/>
            </a:pPr>
            <a:endParaRPr lang="es-ES"/>
          </a:p>
        </p:txBody>
      </p:sp>
      <p:sp>
        <p:nvSpPr>
          <p:cNvPr id="4099" name="Rectangle 3"/>
          <p:cNvSpPr>
            <a:spLocks noGrp="1" noChangeArrowheads="1"/>
          </p:cNvSpPr>
          <p:nvPr>
            <p:ph type="title"/>
          </p:nvPr>
        </p:nvSpPr>
        <p:spPr bwMode="auto">
          <a:xfrm>
            <a:off x="914400" y="609600"/>
            <a:ext cx="73152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s-ES" smtClean="0"/>
              <a:t>Haga clic para modificar el estilo de título del patrón</a:t>
            </a:r>
          </a:p>
        </p:txBody>
      </p:sp>
      <p:sp>
        <p:nvSpPr>
          <p:cNvPr id="1028" name="Rectangle 4"/>
          <p:cNvSpPr>
            <a:spLocks noGrp="1" noChangeArrowheads="1"/>
          </p:cNvSpPr>
          <p:nvPr>
            <p:ph type="body" idx="1"/>
          </p:nvPr>
        </p:nvSpPr>
        <p:spPr bwMode="auto">
          <a:xfrm>
            <a:off x="914400" y="2286000"/>
            <a:ext cx="7543800" cy="3657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p>
          <a:p>
            <a:pPr lvl="3"/>
            <a:endParaRPr lang="es-ES" smtClean="0"/>
          </a:p>
        </p:txBody>
      </p:sp>
      <p:sp>
        <p:nvSpPr>
          <p:cNvPr id="4101" name="Rectangle 5"/>
          <p:cNvSpPr>
            <a:spLocks noChangeArrowheads="1"/>
          </p:cNvSpPr>
          <p:nvPr/>
        </p:nvSpPr>
        <p:spPr bwMode="auto">
          <a:xfrm>
            <a:off x="0" y="0"/>
            <a:ext cx="381000" cy="6858000"/>
          </a:xfrm>
          <a:prstGeom prst="rect">
            <a:avLst/>
          </a:prstGeom>
          <a:solidFill>
            <a:schemeClr val="bg1"/>
          </a:solidFill>
          <a:ln w="9525">
            <a:noFill/>
            <a:miter lim="800000"/>
            <a:headEnd/>
            <a:tailEnd/>
          </a:ln>
        </p:spPr>
        <p:txBody>
          <a:bodyPr wrap="none" anchor="ctr"/>
          <a:lstStyle/>
          <a:p>
            <a:pPr>
              <a:defRPr/>
            </a:pPr>
            <a:endParaRPr lang="es-ES"/>
          </a:p>
        </p:txBody>
      </p:sp>
      <p:sp>
        <p:nvSpPr>
          <p:cNvPr id="4102" name="Rectangle 6"/>
          <p:cNvSpPr>
            <a:spLocks noChangeArrowheads="1"/>
          </p:cNvSpPr>
          <p:nvPr/>
        </p:nvSpPr>
        <p:spPr bwMode="auto">
          <a:xfrm>
            <a:off x="0" y="0"/>
            <a:ext cx="381000" cy="2286000"/>
          </a:xfrm>
          <a:prstGeom prst="rect">
            <a:avLst/>
          </a:prstGeom>
          <a:solidFill>
            <a:srgbClr val="003366"/>
          </a:solidFill>
          <a:ln w="9525">
            <a:noFill/>
            <a:miter lim="800000"/>
            <a:headEnd/>
            <a:tailEnd/>
          </a:ln>
        </p:spPr>
        <p:txBody>
          <a:bodyPr wrap="none" anchor="ctr"/>
          <a:lstStyle/>
          <a:p>
            <a:pPr>
              <a:defRPr/>
            </a:pPr>
            <a:endParaRPr lang="es-ES"/>
          </a:p>
        </p:txBody>
      </p:sp>
      <p:sp>
        <p:nvSpPr>
          <p:cNvPr id="4104" name="Rectangle 8"/>
          <p:cNvSpPr>
            <a:spLocks noGrp="1" noChangeArrowheads="1"/>
          </p:cNvSpPr>
          <p:nvPr>
            <p:ph type="ftr" sz="quarter" idx="3"/>
          </p:nvPr>
        </p:nvSpPr>
        <p:spPr bwMode="auto">
          <a:xfrm>
            <a:off x="1371600" y="6248400"/>
            <a:ext cx="2895600" cy="457200"/>
          </a:xfrm>
          <a:prstGeom prst="rect">
            <a:avLst/>
          </a:prstGeom>
          <a:noFill/>
          <a:ln w="9525">
            <a:noFill/>
            <a:miter lim="800000"/>
            <a:headEnd/>
            <a:tailEnd/>
          </a:ln>
          <a:effectLst/>
        </p:spPr>
        <p:txBody>
          <a:bodyPr vert="horz" wrap="none" lIns="91440" tIns="45720" rIns="91440" bIns="45720" numCol="1" anchor="t" anchorCtr="0" compatLnSpc="1">
            <a:prstTxWarp prst="textNoShape">
              <a:avLst/>
            </a:prstTxWarp>
          </a:bodyPr>
          <a:lstStyle>
            <a:lvl1pPr algn="ctr">
              <a:spcBef>
                <a:spcPct val="20000"/>
              </a:spcBef>
              <a:defRPr sz="1000" smtClean="0">
                <a:solidFill>
                  <a:srgbClr val="000000"/>
                </a:solidFill>
                <a:latin typeface="Tahoma" pitchFamily="34" charset="0"/>
              </a:defRPr>
            </a:lvl1pPr>
          </a:lstStyle>
          <a:p>
            <a:pPr>
              <a:defRPr/>
            </a:pPr>
            <a:endParaRPr lang="es-ES" sz="1200"/>
          </a:p>
        </p:txBody>
      </p:sp>
      <p:sp>
        <p:nvSpPr>
          <p:cNvPr id="4105" name="Rectangle 9"/>
          <p:cNvSpPr>
            <a:spLocks noGrp="1" noChangeArrowheads="1"/>
          </p:cNvSpPr>
          <p:nvPr>
            <p:ph type="sldNum" sz="quarter" idx="4"/>
          </p:nvPr>
        </p:nvSpPr>
        <p:spPr bwMode="auto">
          <a:xfrm>
            <a:off x="6629400" y="6248400"/>
            <a:ext cx="1905000" cy="457200"/>
          </a:xfrm>
          <a:prstGeom prst="rect">
            <a:avLst/>
          </a:prstGeom>
          <a:noFill/>
          <a:ln w="9525">
            <a:noFill/>
            <a:miter lim="800000"/>
            <a:headEnd/>
            <a:tailEnd/>
          </a:ln>
          <a:effectLst/>
        </p:spPr>
        <p:txBody>
          <a:bodyPr vert="horz" wrap="none" lIns="91440" tIns="45720" rIns="91440" bIns="45720" numCol="1" anchor="t" anchorCtr="0" compatLnSpc="1">
            <a:prstTxWarp prst="textNoShape">
              <a:avLst/>
            </a:prstTxWarp>
          </a:bodyPr>
          <a:lstStyle>
            <a:lvl1pPr algn="r">
              <a:spcBef>
                <a:spcPct val="20000"/>
              </a:spcBef>
              <a:defRPr sz="1000" smtClean="0">
                <a:solidFill>
                  <a:srgbClr val="000000"/>
                </a:solidFill>
                <a:latin typeface="Tahoma" pitchFamily="34" charset="0"/>
              </a:defRPr>
            </a:lvl1pPr>
          </a:lstStyle>
          <a:p>
            <a:pPr>
              <a:defRPr/>
            </a:pPr>
            <a:fld id="{68C61CB1-F576-41F4-9FBF-4A4B9799A4F8}" type="slidenum">
              <a:rPr lang="es-ES"/>
              <a:pPr>
                <a:defRPr/>
              </a:pPr>
              <a:t>‹Nº›</a:t>
            </a:fld>
            <a:endParaRPr lang="es-ES"/>
          </a:p>
        </p:txBody>
      </p:sp>
    </p:spTree>
  </p:cSld>
  <p:clrMap bg1="dk2" tx1="lt1" bg2="dk1" tx2="lt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Lst>
  <p:hf hdr="0" ftr="0" dt="0"/>
  <p:txStyles>
    <p:titleStyle>
      <a:lvl1pPr algn="l" rtl="0" eaLnBrk="0" fontAlgn="base" hangingPunct="0">
        <a:lnSpc>
          <a:spcPct val="85000"/>
        </a:lnSpc>
        <a:spcBef>
          <a:spcPct val="0"/>
        </a:spcBef>
        <a:spcAft>
          <a:spcPct val="0"/>
        </a:spcAft>
        <a:defRPr kumimoji="1" sz="3200">
          <a:solidFill>
            <a:srgbClr val="003366"/>
          </a:solidFill>
          <a:effectLst>
            <a:outerShdw blurRad="38100" dist="38100" dir="2700000" algn="tl">
              <a:srgbClr val="C0C0C0"/>
            </a:outerShdw>
          </a:effectLst>
          <a:latin typeface="+mj-lt"/>
          <a:ea typeface="+mj-ea"/>
          <a:cs typeface="+mj-cs"/>
        </a:defRPr>
      </a:lvl1pPr>
      <a:lvl2pPr algn="l" rtl="0" eaLnBrk="0" fontAlgn="base" hangingPunct="0">
        <a:lnSpc>
          <a:spcPct val="85000"/>
        </a:lnSpc>
        <a:spcBef>
          <a:spcPct val="0"/>
        </a:spcBef>
        <a:spcAft>
          <a:spcPct val="0"/>
        </a:spcAft>
        <a:defRPr kumimoji="1" sz="3200">
          <a:solidFill>
            <a:srgbClr val="003366"/>
          </a:solidFill>
          <a:effectLst>
            <a:outerShdw blurRad="38100" dist="38100" dir="2700000" algn="tl">
              <a:srgbClr val="C0C0C0"/>
            </a:outerShdw>
          </a:effectLst>
          <a:latin typeface="Arial" charset="0"/>
        </a:defRPr>
      </a:lvl2pPr>
      <a:lvl3pPr algn="l" rtl="0" eaLnBrk="0" fontAlgn="base" hangingPunct="0">
        <a:lnSpc>
          <a:spcPct val="85000"/>
        </a:lnSpc>
        <a:spcBef>
          <a:spcPct val="0"/>
        </a:spcBef>
        <a:spcAft>
          <a:spcPct val="0"/>
        </a:spcAft>
        <a:defRPr kumimoji="1" sz="3200">
          <a:solidFill>
            <a:srgbClr val="003366"/>
          </a:solidFill>
          <a:effectLst>
            <a:outerShdw blurRad="38100" dist="38100" dir="2700000" algn="tl">
              <a:srgbClr val="C0C0C0"/>
            </a:outerShdw>
          </a:effectLst>
          <a:latin typeface="Arial" charset="0"/>
        </a:defRPr>
      </a:lvl3pPr>
      <a:lvl4pPr algn="l" rtl="0" eaLnBrk="0" fontAlgn="base" hangingPunct="0">
        <a:lnSpc>
          <a:spcPct val="85000"/>
        </a:lnSpc>
        <a:spcBef>
          <a:spcPct val="0"/>
        </a:spcBef>
        <a:spcAft>
          <a:spcPct val="0"/>
        </a:spcAft>
        <a:defRPr kumimoji="1" sz="3200">
          <a:solidFill>
            <a:srgbClr val="003366"/>
          </a:solidFill>
          <a:effectLst>
            <a:outerShdw blurRad="38100" dist="38100" dir="2700000" algn="tl">
              <a:srgbClr val="C0C0C0"/>
            </a:outerShdw>
          </a:effectLst>
          <a:latin typeface="Arial" charset="0"/>
        </a:defRPr>
      </a:lvl4pPr>
      <a:lvl5pPr algn="l" rtl="0" eaLnBrk="0" fontAlgn="base" hangingPunct="0">
        <a:lnSpc>
          <a:spcPct val="85000"/>
        </a:lnSpc>
        <a:spcBef>
          <a:spcPct val="0"/>
        </a:spcBef>
        <a:spcAft>
          <a:spcPct val="0"/>
        </a:spcAft>
        <a:defRPr kumimoji="1" sz="3200">
          <a:solidFill>
            <a:srgbClr val="003366"/>
          </a:solidFill>
          <a:effectLst>
            <a:outerShdw blurRad="38100" dist="38100" dir="2700000" algn="tl">
              <a:srgbClr val="C0C0C0"/>
            </a:outerShdw>
          </a:effectLst>
          <a:latin typeface="Arial" charset="0"/>
        </a:defRPr>
      </a:lvl5pPr>
      <a:lvl6pPr marL="457200" algn="l" rtl="0" eaLnBrk="0" fontAlgn="base" hangingPunct="0">
        <a:lnSpc>
          <a:spcPct val="85000"/>
        </a:lnSpc>
        <a:spcBef>
          <a:spcPct val="0"/>
        </a:spcBef>
        <a:spcAft>
          <a:spcPct val="0"/>
        </a:spcAft>
        <a:defRPr kumimoji="1" sz="3200">
          <a:solidFill>
            <a:srgbClr val="003366"/>
          </a:solidFill>
          <a:effectLst>
            <a:outerShdw blurRad="38100" dist="38100" dir="2700000" algn="tl">
              <a:srgbClr val="C0C0C0"/>
            </a:outerShdw>
          </a:effectLst>
          <a:latin typeface="Arial" charset="0"/>
        </a:defRPr>
      </a:lvl6pPr>
      <a:lvl7pPr marL="914400" algn="l" rtl="0" eaLnBrk="0" fontAlgn="base" hangingPunct="0">
        <a:lnSpc>
          <a:spcPct val="85000"/>
        </a:lnSpc>
        <a:spcBef>
          <a:spcPct val="0"/>
        </a:spcBef>
        <a:spcAft>
          <a:spcPct val="0"/>
        </a:spcAft>
        <a:defRPr kumimoji="1" sz="3200">
          <a:solidFill>
            <a:srgbClr val="003366"/>
          </a:solidFill>
          <a:effectLst>
            <a:outerShdw blurRad="38100" dist="38100" dir="2700000" algn="tl">
              <a:srgbClr val="C0C0C0"/>
            </a:outerShdw>
          </a:effectLst>
          <a:latin typeface="Arial" charset="0"/>
        </a:defRPr>
      </a:lvl7pPr>
      <a:lvl8pPr marL="1371600" algn="l" rtl="0" eaLnBrk="0" fontAlgn="base" hangingPunct="0">
        <a:lnSpc>
          <a:spcPct val="85000"/>
        </a:lnSpc>
        <a:spcBef>
          <a:spcPct val="0"/>
        </a:spcBef>
        <a:spcAft>
          <a:spcPct val="0"/>
        </a:spcAft>
        <a:defRPr kumimoji="1" sz="3200">
          <a:solidFill>
            <a:srgbClr val="003366"/>
          </a:solidFill>
          <a:effectLst>
            <a:outerShdw blurRad="38100" dist="38100" dir="2700000" algn="tl">
              <a:srgbClr val="C0C0C0"/>
            </a:outerShdw>
          </a:effectLst>
          <a:latin typeface="Arial" charset="0"/>
        </a:defRPr>
      </a:lvl8pPr>
      <a:lvl9pPr marL="1828800" algn="l" rtl="0" eaLnBrk="0" fontAlgn="base" hangingPunct="0">
        <a:lnSpc>
          <a:spcPct val="85000"/>
        </a:lnSpc>
        <a:spcBef>
          <a:spcPct val="0"/>
        </a:spcBef>
        <a:spcAft>
          <a:spcPct val="0"/>
        </a:spcAft>
        <a:defRPr kumimoji="1" sz="3200">
          <a:solidFill>
            <a:srgbClr val="003366"/>
          </a:solidFill>
          <a:effectLst>
            <a:outerShdw blurRad="38100" dist="38100" dir="2700000" algn="tl">
              <a:srgbClr val="C0C0C0"/>
            </a:outerShdw>
          </a:effectLst>
          <a:latin typeface="Arial" charset="0"/>
        </a:defRPr>
      </a:lvl9pPr>
    </p:titleStyle>
    <p:bodyStyle>
      <a:lvl1pPr marL="342900" indent="-342900" algn="l" rtl="0" eaLnBrk="0" fontAlgn="base" hangingPunct="0">
        <a:spcBef>
          <a:spcPct val="60000"/>
        </a:spcBef>
        <a:spcAft>
          <a:spcPct val="0"/>
        </a:spcAft>
        <a:buClr>
          <a:schemeClr val="tx1"/>
        </a:buClr>
        <a:buChar char="•"/>
        <a:defRPr kumimoji="1" sz="2400">
          <a:solidFill>
            <a:srgbClr val="000000"/>
          </a:solidFill>
          <a:latin typeface="+mn-lt"/>
          <a:ea typeface="+mn-ea"/>
          <a:cs typeface="+mn-cs"/>
        </a:defRPr>
      </a:lvl1pPr>
      <a:lvl2pPr marL="742950" indent="-285750" algn="l" rtl="0" eaLnBrk="0" fontAlgn="base" hangingPunct="0">
        <a:spcBef>
          <a:spcPct val="40000"/>
        </a:spcBef>
        <a:spcAft>
          <a:spcPct val="0"/>
        </a:spcAft>
        <a:buClr>
          <a:schemeClr val="tx1"/>
        </a:buClr>
        <a:buChar char="–"/>
        <a:defRPr kumimoji="1" sz="2200">
          <a:solidFill>
            <a:srgbClr val="000000"/>
          </a:solidFill>
          <a:latin typeface="Tahoma" pitchFamily="34" charset="0"/>
        </a:defRPr>
      </a:lvl2pPr>
      <a:lvl3pPr marL="1143000" indent="-228600" algn="l" rtl="0" eaLnBrk="0" fontAlgn="base" hangingPunct="0">
        <a:lnSpc>
          <a:spcPct val="95000"/>
        </a:lnSpc>
        <a:spcBef>
          <a:spcPct val="35000"/>
        </a:spcBef>
        <a:spcAft>
          <a:spcPct val="0"/>
        </a:spcAft>
        <a:buChar char="•"/>
        <a:defRPr kumimoji="1" sz="2000">
          <a:solidFill>
            <a:srgbClr val="000000"/>
          </a:solidFill>
          <a:latin typeface="Tahoma" pitchFamily="34" charset="0"/>
        </a:defRPr>
      </a:lvl3pPr>
      <a:lvl4pPr marL="1600200" indent="-228600" algn="l" rtl="0" eaLnBrk="0" fontAlgn="base" hangingPunct="0">
        <a:lnSpc>
          <a:spcPct val="75000"/>
        </a:lnSpc>
        <a:spcBef>
          <a:spcPct val="30000"/>
        </a:spcBef>
        <a:spcAft>
          <a:spcPct val="0"/>
        </a:spcAft>
        <a:buChar char="–"/>
        <a:defRPr kumimoji="1">
          <a:solidFill>
            <a:srgbClr val="000000"/>
          </a:solidFill>
          <a:latin typeface="Tahoma" pitchFamily="34" charset="0"/>
        </a:defRPr>
      </a:lvl4pPr>
      <a:lvl5pPr marL="2057400" indent="-228600" algn="l" rtl="0" eaLnBrk="0" fontAlgn="base" hangingPunct="0">
        <a:lnSpc>
          <a:spcPct val="75000"/>
        </a:lnSpc>
        <a:spcBef>
          <a:spcPct val="30000"/>
        </a:spcBef>
        <a:spcAft>
          <a:spcPct val="0"/>
        </a:spcAft>
        <a:buChar char="»"/>
        <a:defRPr kumimoji="1" sz="1600">
          <a:solidFill>
            <a:srgbClr val="000000"/>
          </a:solidFill>
          <a:latin typeface="Tahoma" pitchFamily="34" charset="0"/>
        </a:defRPr>
      </a:lvl5pPr>
      <a:lvl6pPr marL="2514600" indent="-228600" algn="l" rtl="0" eaLnBrk="0" fontAlgn="base" hangingPunct="0">
        <a:lnSpc>
          <a:spcPct val="75000"/>
        </a:lnSpc>
        <a:spcBef>
          <a:spcPct val="30000"/>
        </a:spcBef>
        <a:spcAft>
          <a:spcPct val="0"/>
        </a:spcAft>
        <a:buChar char="»"/>
        <a:defRPr kumimoji="1" sz="1600">
          <a:solidFill>
            <a:srgbClr val="000000"/>
          </a:solidFill>
          <a:latin typeface="Tahoma" pitchFamily="34" charset="0"/>
        </a:defRPr>
      </a:lvl6pPr>
      <a:lvl7pPr marL="2971800" indent="-228600" algn="l" rtl="0" eaLnBrk="0" fontAlgn="base" hangingPunct="0">
        <a:lnSpc>
          <a:spcPct val="75000"/>
        </a:lnSpc>
        <a:spcBef>
          <a:spcPct val="30000"/>
        </a:spcBef>
        <a:spcAft>
          <a:spcPct val="0"/>
        </a:spcAft>
        <a:buChar char="»"/>
        <a:defRPr kumimoji="1" sz="1600">
          <a:solidFill>
            <a:srgbClr val="000000"/>
          </a:solidFill>
          <a:latin typeface="Tahoma" pitchFamily="34" charset="0"/>
        </a:defRPr>
      </a:lvl7pPr>
      <a:lvl8pPr marL="3429000" indent="-228600" algn="l" rtl="0" eaLnBrk="0" fontAlgn="base" hangingPunct="0">
        <a:lnSpc>
          <a:spcPct val="75000"/>
        </a:lnSpc>
        <a:spcBef>
          <a:spcPct val="30000"/>
        </a:spcBef>
        <a:spcAft>
          <a:spcPct val="0"/>
        </a:spcAft>
        <a:buChar char="»"/>
        <a:defRPr kumimoji="1" sz="1600">
          <a:solidFill>
            <a:srgbClr val="000000"/>
          </a:solidFill>
          <a:latin typeface="Tahoma" pitchFamily="34" charset="0"/>
        </a:defRPr>
      </a:lvl8pPr>
      <a:lvl9pPr marL="3886200" indent="-228600" algn="l" rtl="0" eaLnBrk="0" fontAlgn="base" hangingPunct="0">
        <a:lnSpc>
          <a:spcPct val="75000"/>
        </a:lnSpc>
        <a:spcBef>
          <a:spcPct val="30000"/>
        </a:spcBef>
        <a:spcAft>
          <a:spcPct val="0"/>
        </a:spcAft>
        <a:buChar char="»"/>
        <a:defRPr kumimoji="1" sz="1600">
          <a:solidFill>
            <a:srgbClr val="000000"/>
          </a:solidFill>
          <a:latin typeface="Tahoma" pitchFamily="34" charset="0"/>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idx="4294967295"/>
          </p:nvPr>
        </p:nvSpPr>
        <p:spPr>
          <a:xfrm>
            <a:off x="914400" y="1524000"/>
            <a:ext cx="7772400" cy="1143000"/>
          </a:xfrm>
        </p:spPr>
        <p:txBody>
          <a:bodyPr/>
          <a:lstStyle/>
          <a:p>
            <a:pPr>
              <a:defRPr/>
            </a:pPr>
            <a:r>
              <a:rPr lang="es-AR" sz="3800" dirty="0" smtClean="0"/>
              <a:t> Algoritmos y Estructuras de Datos</a:t>
            </a:r>
          </a:p>
        </p:txBody>
      </p:sp>
      <p:sp>
        <p:nvSpPr>
          <p:cNvPr id="13316" name="Rectangle 3"/>
          <p:cNvSpPr>
            <a:spLocks noGrp="1" noChangeArrowheads="1"/>
          </p:cNvSpPr>
          <p:nvPr>
            <p:ph type="subTitle" idx="4294967295"/>
          </p:nvPr>
        </p:nvSpPr>
        <p:spPr>
          <a:xfrm>
            <a:off x="914400" y="3352800"/>
            <a:ext cx="6400800" cy="796280"/>
          </a:xfrm>
          <a:noFill/>
        </p:spPr>
        <p:txBody>
          <a:bodyPr/>
          <a:lstStyle/>
          <a:p>
            <a:pPr marL="0" indent="0">
              <a:buFontTx/>
              <a:buNone/>
            </a:pPr>
            <a:r>
              <a:rPr lang="es-AR" sz="3000" dirty="0" smtClean="0"/>
              <a:t>Unidad:  ARREGLOS</a:t>
            </a:r>
            <a:endParaRPr lang="es-AR" dirty="0" smtClean="0"/>
          </a:p>
          <a:p>
            <a:pPr marL="0" indent="0">
              <a:buFontTx/>
              <a:buNone/>
            </a:pPr>
            <a:endParaRPr lang="es-AR" dirty="0" smtClean="0"/>
          </a:p>
          <a:p>
            <a:pPr marL="0" indent="0">
              <a:buFontTx/>
              <a:buNone/>
            </a:pPr>
            <a:r>
              <a:rPr lang="es-AR" dirty="0" smtClean="0"/>
              <a:t>                      </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4 Marcador de número de diapositiva"/>
          <p:cNvSpPr>
            <a:spLocks noGrp="1"/>
          </p:cNvSpPr>
          <p:nvPr>
            <p:ph type="sldNum" sz="quarter" idx="11"/>
          </p:nvPr>
        </p:nvSpPr>
        <p:spPr>
          <a:noFill/>
        </p:spPr>
        <p:txBody>
          <a:bodyPr/>
          <a:lstStyle/>
          <a:p>
            <a:fld id="{DFA8FAB2-2C32-442A-8949-83AA74AC75E9}" type="slidenum">
              <a:rPr lang="es-ES"/>
              <a:pPr/>
              <a:t>2</a:t>
            </a:fld>
            <a:endParaRPr lang="es-ES"/>
          </a:p>
        </p:txBody>
      </p:sp>
      <p:sp>
        <p:nvSpPr>
          <p:cNvPr id="13314" name="Rectangle 2"/>
          <p:cNvSpPr>
            <a:spLocks noGrp="1" noChangeArrowheads="1"/>
          </p:cNvSpPr>
          <p:nvPr>
            <p:ph type="title"/>
          </p:nvPr>
        </p:nvSpPr>
        <p:spPr/>
        <p:txBody>
          <a:bodyPr/>
          <a:lstStyle/>
          <a:p>
            <a:pPr>
              <a:defRPr/>
            </a:pPr>
            <a:r>
              <a:rPr lang="es-AR" dirty="0" smtClean="0"/>
              <a:t>ARREGLOS</a:t>
            </a:r>
          </a:p>
        </p:txBody>
      </p:sp>
      <p:sp>
        <p:nvSpPr>
          <p:cNvPr id="16389" name="Rectangle 3"/>
          <p:cNvSpPr>
            <a:spLocks noGrp="1" noChangeArrowheads="1"/>
          </p:cNvSpPr>
          <p:nvPr>
            <p:ph type="body" idx="1"/>
          </p:nvPr>
        </p:nvSpPr>
        <p:spPr>
          <a:xfrm>
            <a:off x="1043608" y="1700808"/>
            <a:ext cx="7543800" cy="3657600"/>
          </a:xfrm>
        </p:spPr>
        <p:txBody>
          <a:bodyPr/>
          <a:lstStyle/>
          <a:p>
            <a:pPr marL="0" indent="0">
              <a:buNone/>
            </a:pPr>
            <a:r>
              <a:rPr lang="es-AR" dirty="0" smtClean="0"/>
              <a:t> Introducción</a:t>
            </a:r>
          </a:p>
          <a:p>
            <a:pPr lvl="1"/>
            <a:r>
              <a:rPr lang="es-AR" dirty="0" smtClean="0"/>
              <a:t>Con lo aprendido hasta ahora ¿como resolveríamos los siguientes problemas ?</a:t>
            </a:r>
          </a:p>
          <a:p>
            <a:pPr lvl="2"/>
            <a:r>
              <a:rPr lang="es-AR" dirty="0" smtClean="0"/>
              <a:t>Ingresar  50 números enteros, obtener el promedio de ellos. Mostrar por pantalla dicho promedio y los números ingresados que sean mayores que él.</a:t>
            </a:r>
          </a:p>
          <a:p>
            <a:pPr lvl="2"/>
            <a:endParaRPr lang="es-AR" dirty="0" smtClean="0"/>
          </a:p>
          <a:p>
            <a:pPr lvl="2"/>
            <a:r>
              <a:rPr lang="es-AR" dirty="0" smtClean="0"/>
              <a:t>Dados n números, obtener e imprimir la suma de todos ellos. A continuación mostrar por pantalla todos los sumandos.</a:t>
            </a:r>
          </a:p>
          <a:p>
            <a:pPr lvl="1"/>
            <a:endParaRPr lang="es-AR" dirty="0" smtClean="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4 Marcador de número de diapositiva"/>
          <p:cNvSpPr>
            <a:spLocks noGrp="1"/>
          </p:cNvSpPr>
          <p:nvPr>
            <p:ph type="sldNum" sz="quarter" idx="11"/>
          </p:nvPr>
        </p:nvSpPr>
        <p:spPr>
          <a:noFill/>
        </p:spPr>
        <p:txBody>
          <a:bodyPr/>
          <a:lstStyle/>
          <a:p>
            <a:fld id="{588C17B3-C040-4B3D-835C-C1D79530872D}" type="slidenum">
              <a:rPr lang="es-ES"/>
              <a:pPr/>
              <a:t>3</a:t>
            </a:fld>
            <a:endParaRPr lang="es-ES"/>
          </a:p>
        </p:txBody>
      </p:sp>
      <p:sp>
        <p:nvSpPr>
          <p:cNvPr id="14338" name="Rectangle 2"/>
          <p:cNvSpPr>
            <a:spLocks noGrp="1" noChangeArrowheads="1"/>
          </p:cNvSpPr>
          <p:nvPr>
            <p:ph type="title"/>
          </p:nvPr>
        </p:nvSpPr>
        <p:spPr>
          <a:xfrm>
            <a:off x="899592" y="404664"/>
            <a:ext cx="7315200" cy="1143000"/>
          </a:xfrm>
        </p:spPr>
        <p:txBody>
          <a:bodyPr/>
          <a:lstStyle/>
          <a:p>
            <a:pPr>
              <a:defRPr/>
            </a:pPr>
            <a:r>
              <a:rPr lang="es-AR" dirty="0" smtClean="0"/>
              <a:t>ARREGLOS</a:t>
            </a:r>
          </a:p>
        </p:txBody>
      </p:sp>
      <p:sp>
        <p:nvSpPr>
          <p:cNvPr id="17413" name="Rectangle 3"/>
          <p:cNvSpPr>
            <a:spLocks noGrp="1" noChangeArrowheads="1"/>
          </p:cNvSpPr>
          <p:nvPr>
            <p:ph type="body" idx="1"/>
          </p:nvPr>
        </p:nvSpPr>
        <p:spPr>
          <a:xfrm>
            <a:off x="762000" y="1524000"/>
            <a:ext cx="7986464" cy="4929336"/>
          </a:xfrm>
        </p:spPr>
        <p:txBody>
          <a:bodyPr/>
          <a:lstStyle/>
          <a:p>
            <a:pPr marL="85725" indent="0"/>
            <a:r>
              <a:rPr lang="es-AR" b="1" dirty="0">
                <a:solidFill>
                  <a:srgbClr val="C00000"/>
                </a:solidFill>
              </a:rPr>
              <a:t>¿</a:t>
            </a:r>
            <a:r>
              <a:rPr lang="es-AR" b="1" dirty="0" smtClean="0">
                <a:solidFill>
                  <a:srgbClr val="C00000"/>
                </a:solidFill>
              </a:rPr>
              <a:t>Es posible resolver estas consignas? ¿Cual es el inconveniente?</a:t>
            </a:r>
          </a:p>
          <a:p>
            <a:pPr marL="85725" indent="0" algn="just"/>
            <a:r>
              <a:rPr lang="es-AR" dirty="0" smtClean="0"/>
              <a:t>Una de las principales dificultades que se observan con estos problemas es que para la resolución de ambos es necesario almacenar la totalidad de los datos a procesar.</a:t>
            </a:r>
          </a:p>
          <a:p>
            <a:pPr marL="85725" indent="0" algn="just"/>
            <a:r>
              <a:rPr lang="es-AR" dirty="0" smtClean="0"/>
              <a:t>No sería eficiente crear n cantidad de variables para guardar estos datos.</a:t>
            </a:r>
          </a:p>
          <a:p>
            <a:pPr marL="85725" indent="0" algn="just"/>
            <a:r>
              <a:rPr lang="es-AR" dirty="0" smtClean="0"/>
              <a:t>Para realizar programas y/o algoritmos que nos permitan resolver los problemas planteados, usaremos una nueva estructura de datos denominada arreglos.</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4 Marcador de número de diapositiva"/>
          <p:cNvSpPr>
            <a:spLocks noGrp="1"/>
          </p:cNvSpPr>
          <p:nvPr>
            <p:ph type="sldNum" sz="quarter" idx="11"/>
          </p:nvPr>
        </p:nvSpPr>
        <p:spPr>
          <a:noFill/>
        </p:spPr>
        <p:txBody>
          <a:bodyPr/>
          <a:lstStyle/>
          <a:p>
            <a:fld id="{0A4D5FBE-9E7E-400F-873B-7CF50CE94AB5}" type="slidenum">
              <a:rPr lang="es-ES"/>
              <a:pPr/>
              <a:t>4</a:t>
            </a:fld>
            <a:endParaRPr lang="es-ES" dirty="0"/>
          </a:p>
        </p:txBody>
      </p:sp>
      <p:sp>
        <p:nvSpPr>
          <p:cNvPr id="15362" name="Rectangle 2"/>
          <p:cNvSpPr>
            <a:spLocks noGrp="1" noChangeArrowheads="1"/>
          </p:cNvSpPr>
          <p:nvPr>
            <p:ph type="title"/>
          </p:nvPr>
        </p:nvSpPr>
        <p:spPr/>
        <p:txBody>
          <a:bodyPr/>
          <a:lstStyle/>
          <a:p>
            <a:pPr>
              <a:defRPr/>
            </a:pPr>
            <a:r>
              <a:rPr lang="es-AR" dirty="0" smtClean="0"/>
              <a:t>ARREGLOS</a:t>
            </a:r>
          </a:p>
        </p:txBody>
      </p:sp>
      <p:sp>
        <p:nvSpPr>
          <p:cNvPr id="18437" name="Rectangle 3"/>
          <p:cNvSpPr>
            <a:spLocks noGrp="1" noChangeArrowheads="1"/>
          </p:cNvSpPr>
          <p:nvPr>
            <p:ph type="body" idx="1"/>
          </p:nvPr>
        </p:nvSpPr>
        <p:spPr>
          <a:xfrm>
            <a:off x="762000" y="1600200"/>
            <a:ext cx="7543800" cy="4277072"/>
          </a:xfrm>
        </p:spPr>
        <p:txBody>
          <a:bodyPr/>
          <a:lstStyle/>
          <a:p>
            <a:pPr algn="just"/>
            <a:r>
              <a:rPr lang="es-AR" dirty="0" smtClean="0"/>
              <a:t>Una estructura de datos es un conjunto de datos con un cierto orden. </a:t>
            </a:r>
          </a:p>
          <a:p>
            <a:pPr algn="just"/>
            <a:r>
              <a:rPr lang="es-AR" dirty="0" smtClean="0"/>
              <a:t>Las estructuras de datos pueden ser dinámicas o estáticas.</a:t>
            </a:r>
          </a:p>
          <a:p>
            <a:pPr lvl="1" algn="just"/>
            <a:r>
              <a:rPr lang="es-AR" b="1" dirty="0" smtClean="0"/>
              <a:t>Estáticas: </a:t>
            </a:r>
            <a:r>
              <a:rPr lang="es-AR" dirty="0" smtClean="0"/>
              <a:t>aquellas a las que se le asigna una cantidad fija de memoria de acuerdo a lo definido en la declaración de la variable.</a:t>
            </a:r>
          </a:p>
          <a:p>
            <a:pPr lvl="1" algn="just"/>
            <a:r>
              <a:rPr lang="es-AR" b="1" dirty="0" smtClean="0"/>
              <a:t>Dinámicas: </a:t>
            </a:r>
            <a:r>
              <a:rPr lang="es-AR" dirty="0" smtClean="0"/>
              <a:t>son aquellas cuyo tamaño en memoria aumenta o disminuye en tiempo de ejecución de acuerdo a las necesidades del programa. </a:t>
            </a:r>
          </a:p>
          <a:p>
            <a:pPr lvl="1" algn="just"/>
            <a:endParaRPr lang="es-AR" dirty="0" smtClean="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Rectángulo"/>
          <p:cNvSpPr/>
          <p:nvPr/>
        </p:nvSpPr>
        <p:spPr>
          <a:xfrm>
            <a:off x="1013992" y="1404164"/>
            <a:ext cx="7200800" cy="1938992"/>
          </a:xfrm>
          <a:prstGeom prst="rect">
            <a:avLst/>
          </a:prstGeom>
        </p:spPr>
        <p:txBody>
          <a:bodyPr wrap="square">
            <a:spAutoFit/>
          </a:bodyPr>
          <a:lstStyle/>
          <a:p>
            <a:r>
              <a:rPr lang="es-ES" dirty="0" smtClean="0">
                <a:solidFill>
                  <a:srgbClr val="000000"/>
                </a:solidFill>
              </a:rPr>
              <a:t>Los </a:t>
            </a:r>
            <a:r>
              <a:rPr lang="es-ES" dirty="0">
                <a:solidFill>
                  <a:srgbClr val="000000"/>
                </a:solidFill>
              </a:rPr>
              <a:t>arreglos se clasifican de acuerdo al número de dimensiones que tienen:</a:t>
            </a:r>
          </a:p>
          <a:p>
            <a:r>
              <a:rPr lang="es-ES" dirty="0">
                <a:solidFill>
                  <a:srgbClr val="000000"/>
                </a:solidFill>
              </a:rPr>
              <a:t>􀂄Unidimensionales (Vectores)</a:t>
            </a:r>
          </a:p>
          <a:p>
            <a:r>
              <a:rPr lang="es-ES" dirty="0">
                <a:solidFill>
                  <a:srgbClr val="000000"/>
                </a:solidFill>
              </a:rPr>
              <a:t>􀂄Bidimensionales (Matrices o Tablas)</a:t>
            </a:r>
          </a:p>
          <a:p>
            <a:r>
              <a:rPr lang="es-ES" dirty="0">
                <a:solidFill>
                  <a:srgbClr val="000000"/>
                </a:solidFill>
              </a:rPr>
              <a:t>􀂄Multidimensionales (tres o más dimensiones)</a:t>
            </a:r>
          </a:p>
        </p:txBody>
      </p:sp>
      <p:pic>
        <p:nvPicPr>
          <p:cNvPr id="1026"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a:stretch/>
        </p:blipFill>
        <p:spPr bwMode="auto">
          <a:xfrm>
            <a:off x="1161603" y="3633564"/>
            <a:ext cx="6871036" cy="2160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2"/>
          <p:cNvSpPr txBox="1">
            <a:spLocks noChangeArrowheads="1"/>
          </p:cNvSpPr>
          <p:nvPr/>
        </p:nvSpPr>
        <p:spPr>
          <a:xfrm>
            <a:off x="899592" y="557808"/>
            <a:ext cx="7315200" cy="1143000"/>
          </a:xfrm>
          <a:prstGeom prst="rect">
            <a:avLst/>
          </a:prstGeom>
        </p:spPr>
        <p:txBody>
          <a:bodyPr/>
          <a:lstStyle>
            <a:lvl1pPr algn="l" rtl="0" eaLnBrk="0" fontAlgn="base" hangingPunct="0">
              <a:lnSpc>
                <a:spcPct val="85000"/>
              </a:lnSpc>
              <a:spcBef>
                <a:spcPct val="0"/>
              </a:spcBef>
              <a:spcAft>
                <a:spcPct val="0"/>
              </a:spcAft>
              <a:defRPr kumimoji="1" sz="3200">
                <a:solidFill>
                  <a:srgbClr val="003366"/>
                </a:solidFill>
                <a:effectLst>
                  <a:outerShdw blurRad="38100" dist="38100" dir="2700000" algn="tl">
                    <a:srgbClr val="C0C0C0"/>
                  </a:outerShdw>
                </a:effectLst>
                <a:latin typeface="+mj-lt"/>
                <a:ea typeface="+mj-ea"/>
                <a:cs typeface="+mj-cs"/>
              </a:defRPr>
            </a:lvl1pPr>
            <a:lvl2pPr algn="l" rtl="0" eaLnBrk="0" fontAlgn="base" hangingPunct="0">
              <a:lnSpc>
                <a:spcPct val="85000"/>
              </a:lnSpc>
              <a:spcBef>
                <a:spcPct val="0"/>
              </a:spcBef>
              <a:spcAft>
                <a:spcPct val="0"/>
              </a:spcAft>
              <a:defRPr kumimoji="1" sz="3200">
                <a:solidFill>
                  <a:srgbClr val="003366"/>
                </a:solidFill>
                <a:effectLst>
                  <a:outerShdw blurRad="38100" dist="38100" dir="2700000" algn="tl">
                    <a:srgbClr val="C0C0C0"/>
                  </a:outerShdw>
                </a:effectLst>
                <a:latin typeface="Arial" charset="0"/>
              </a:defRPr>
            </a:lvl2pPr>
            <a:lvl3pPr algn="l" rtl="0" eaLnBrk="0" fontAlgn="base" hangingPunct="0">
              <a:lnSpc>
                <a:spcPct val="85000"/>
              </a:lnSpc>
              <a:spcBef>
                <a:spcPct val="0"/>
              </a:spcBef>
              <a:spcAft>
                <a:spcPct val="0"/>
              </a:spcAft>
              <a:defRPr kumimoji="1" sz="3200">
                <a:solidFill>
                  <a:srgbClr val="003366"/>
                </a:solidFill>
                <a:effectLst>
                  <a:outerShdw blurRad="38100" dist="38100" dir="2700000" algn="tl">
                    <a:srgbClr val="C0C0C0"/>
                  </a:outerShdw>
                </a:effectLst>
                <a:latin typeface="Arial" charset="0"/>
              </a:defRPr>
            </a:lvl3pPr>
            <a:lvl4pPr algn="l" rtl="0" eaLnBrk="0" fontAlgn="base" hangingPunct="0">
              <a:lnSpc>
                <a:spcPct val="85000"/>
              </a:lnSpc>
              <a:spcBef>
                <a:spcPct val="0"/>
              </a:spcBef>
              <a:spcAft>
                <a:spcPct val="0"/>
              </a:spcAft>
              <a:defRPr kumimoji="1" sz="3200">
                <a:solidFill>
                  <a:srgbClr val="003366"/>
                </a:solidFill>
                <a:effectLst>
                  <a:outerShdw blurRad="38100" dist="38100" dir="2700000" algn="tl">
                    <a:srgbClr val="C0C0C0"/>
                  </a:outerShdw>
                </a:effectLst>
                <a:latin typeface="Arial" charset="0"/>
              </a:defRPr>
            </a:lvl4pPr>
            <a:lvl5pPr algn="l" rtl="0" eaLnBrk="0" fontAlgn="base" hangingPunct="0">
              <a:lnSpc>
                <a:spcPct val="85000"/>
              </a:lnSpc>
              <a:spcBef>
                <a:spcPct val="0"/>
              </a:spcBef>
              <a:spcAft>
                <a:spcPct val="0"/>
              </a:spcAft>
              <a:defRPr kumimoji="1" sz="3200">
                <a:solidFill>
                  <a:srgbClr val="003366"/>
                </a:solidFill>
                <a:effectLst>
                  <a:outerShdw blurRad="38100" dist="38100" dir="2700000" algn="tl">
                    <a:srgbClr val="C0C0C0"/>
                  </a:outerShdw>
                </a:effectLst>
                <a:latin typeface="Arial" charset="0"/>
              </a:defRPr>
            </a:lvl5pPr>
            <a:lvl6pPr marL="457200" algn="l" rtl="0" eaLnBrk="0" fontAlgn="base" hangingPunct="0">
              <a:lnSpc>
                <a:spcPct val="85000"/>
              </a:lnSpc>
              <a:spcBef>
                <a:spcPct val="0"/>
              </a:spcBef>
              <a:spcAft>
                <a:spcPct val="0"/>
              </a:spcAft>
              <a:defRPr kumimoji="1" sz="3200">
                <a:solidFill>
                  <a:srgbClr val="003366"/>
                </a:solidFill>
                <a:effectLst>
                  <a:outerShdw blurRad="38100" dist="38100" dir="2700000" algn="tl">
                    <a:srgbClr val="C0C0C0"/>
                  </a:outerShdw>
                </a:effectLst>
                <a:latin typeface="Arial" charset="0"/>
              </a:defRPr>
            </a:lvl6pPr>
            <a:lvl7pPr marL="914400" algn="l" rtl="0" eaLnBrk="0" fontAlgn="base" hangingPunct="0">
              <a:lnSpc>
                <a:spcPct val="85000"/>
              </a:lnSpc>
              <a:spcBef>
                <a:spcPct val="0"/>
              </a:spcBef>
              <a:spcAft>
                <a:spcPct val="0"/>
              </a:spcAft>
              <a:defRPr kumimoji="1" sz="3200">
                <a:solidFill>
                  <a:srgbClr val="003366"/>
                </a:solidFill>
                <a:effectLst>
                  <a:outerShdw blurRad="38100" dist="38100" dir="2700000" algn="tl">
                    <a:srgbClr val="C0C0C0"/>
                  </a:outerShdw>
                </a:effectLst>
                <a:latin typeface="Arial" charset="0"/>
              </a:defRPr>
            </a:lvl7pPr>
            <a:lvl8pPr marL="1371600" algn="l" rtl="0" eaLnBrk="0" fontAlgn="base" hangingPunct="0">
              <a:lnSpc>
                <a:spcPct val="85000"/>
              </a:lnSpc>
              <a:spcBef>
                <a:spcPct val="0"/>
              </a:spcBef>
              <a:spcAft>
                <a:spcPct val="0"/>
              </a:spcAft>
              <a:defRPr kumimoji="1" sz="3200">
                <a:solidFill>
                  <a:srgbClr val="003366"/>
                </a:solidFill>
                <a:effectLst>
                  <a:outerShdw blurRad="38100" dist="38100" dir="2700000" algn="tl">
                    <a:srgbClr val="C0C0C0"/>
                  </a:outerShdw>
                </a:effectLst>
                <a:latin typeface="Arial" charset="0"/>
              </a:defRPr>
            </a:lvl8pPr>
            <a:lvl9pPr marL="1828800" algn="l" rtl="0" eaLnBrk="0" fontAlgn="base" hangingPunct="0">
              <a:lnSpc>
                <a:spcPct val="85000"/>
              </a:lnSpc>
              <a:spcBef>
                <a:spcPct val="0"/>
              </a:spcBef>
              <a:spcAft>
                <a:spcPct val="0"/>
              </a:spcAft>
              <a:defRPr kumimoji="1" sz="3200">
                <a:solidFill>
                  <a:srgbClr val="003366"/>
                </a:solidFill>
                <a:effectLst>
                  <a:outerShdw blurRad="38100" dist="38100" dir="2700000" algn="tl">
                    <a:srgbClr val="C0C0C0"/>
                  </a:outerShdw>
                </a:effectLst>
                <a:latin typeface="Arial" charset="0"/>
              </a:defRPr>
            </a:lvl9pPr>
          </a:lstStyle>
          <a:p>
            <a:pPr>
              <a:defRPr/>
            </a:pPr>
            <a:r>
              <a:rPr lang="es-AR" dirty="0" smtClean="0"/>
              <a:t>ARREGLOS- Clasificación</a:t>
            </a:r>
          </a:p>
        </p:txBody>
      </p:sp>
    </p:spTree>
    <p:extLst>
      <p:ext uri="{BB962C8B-B14F-4D97-AF65-F5344CB8AC3E}">
        <p14:creationId xmlns:p14="http://schemas.microsoft.com/office/powerpoint/2010/main" val="345470019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CuadroTexto"/>
          <p:cNvSpPr txBox="1"/>
          <p:nvPr/>
        </p:nvSpPr>
        <p:spPr>
          <a:xfrm>
            <a:off x="971600" y="1181100"/>
            <a:ext cx="7632848" cy="5139869"/>
          </a:xfrm>
          <a:prstGeom prst="rect">
            <a:avLst/>
          </a:prstGeom>
          <a:noFill/>
        </p:spPr>
        <p:txBody>
          <a:bodyPr wrap="square" rtlCol="0">
            <a:spAutoFit/>
          </a:bodyPr>
          <a:lstStyle/>
          <a:p>
            <a:r>
              <a:rPr lang="es-ES" b="1" dirty="0">
                <a:solidFill>
                  <a:srgbClr val="000000"/>
                </a:solidFill>
              </a:rPr>
              <a:t>	</a:t>
            </a:r>
            <a:r>
              <a:rPr lang="es-ES" sz="3200" b="1" dirty="0" smtClean="0">
                <a:solidFill>
                  <a:srgbClr val="003366"/>
                </a:solidFill>
                <a:latin typeface="+mn-lt"/>
              </a:rPr>
              <a:t>Arreglos </a:t>
            </a:r>
            <a:r>
              <a:rPr lang="es-ES" sz="3200" b="1" dirty="0">
                <a:solidFill>
                  <a:srgbClr val="003366"/>
                </a:solidFill>
                <a:latin typeface="+mn-lt"/>
              </a:rPr>
              <a:t>dinámicos y </a:t>
            </a:r>
            <a:r>
              <a:rPr lang="es-ES" sz="3200" b="1" dirty="0" smtClean="0">
                <a:solidFill>
                  <a:srgbClr val="003366"/>
                </a:solidFill>
                <a:latin typeface="+mn-lt"/>
              </a:rPr>
              <a:t>estáticos</a:t>
            </a:r>
          </a:p>
          <a:p>
            <a:endParaRPr lang="es-ES" b="1" dirty="0">
              <a:solidFill>
                <a:srgbClr val="000000"/>
              </a:solidFill>
            </a:endParaRPr>
          </a:p>
          <a:p>
            <a:r>
              <a:rPr lang="es-ES" b="1" dirty="0" smtClean="0">
                <a:solidFill>
                  <a:srgbClr val="000000"/>
                </a:solidFill>
              </a:rPr>
              <a:t>OBSERVACIÓN</a:t>
            </a:r>
            <a:r>
              <a:rPr lang="es-ES" b="1" dirty="0">
                <a:solidFill>
                  <a:srgbClr val="000000"/>
                </a:solidFill>
              </a:rPr>
              <a:t>:</a:t>
            </a:r>
          </a:p>
          <a:p>
            <a:endParaRPr lang="es-ES" b="1" dirty="0">
              <a:solidFill>
                <a:srgbClr val="000000"/>
              </a:solidFill>
            </a:endParaRPr>
          </a:p>
          <a:p>
            <a:pPr algn="just"/>
            <a:r>
              <a:rPr lang="es-ES" sz="1400" dirty="0">
                <a:solidFill>
                  <a:srgbClr val="000000"/>
                </a:solidFill>
                <a:latin typeface="+mn-lt"/>
              </a:rPr>
              <a:t>Lo habitual es que un vector tenga una cantidad fija de memoria asignada, aunque dependiendo del tipo de vector y del </a:t>
            </a:r>
            <a:r>
              <a:rPr lang="es-ES" sz="1400" u="sng" dirty="0">
                <a:solidFill>
                  <a:srgbClr val="000000"/>
                </a:solidFill>
                <a:latin typeface="+mn-lt"/>
              </a:rPr>
              <a:t>lenguaje de programación</a:t>
            </a:r>
            <a:r>
              <a:rPr lang="es-ES" sz="1400" dirty="0">
                <a:solidFill>
                  <a:srgbClr val="000000"/>
                </a:solidFill>
                <a:latin typeface="+mn-lt"/>
              </a:rPr>
              <a:t> un vector podría tener una cantidad variable de datos. </a:t>
            </a:r>
            <a:endParaRPr lang="es-ES" sz="1400" dirty="0" smtClean="0">
              <a:solidFill>
                <a:srgbClr val="000000"/>
              </a:solidFill>
              <a:latin typeface="+mn-lt"/>
            </a:endParaRPr>
          </a:p>
          <a:p>
            <a:pPr algn="just"/>
            <a:r>
              <a:rPr lang="es-ES" sz="1400" dirty="0" smtClean="0">
                <a:solidFill>
                  <a:srgbClr val="000000"/>
                </a:solidFill>
                <a:latin typeface="+mn-lt"/>
              </a:rPr>
              <a:t>En </a:t>
            </a:r>
            <a:r>
              <a:rPr lang="es-ES" sz="1400" dirty="0">
                <a:solidFill>
                  <a:srgbClr val="000000"/>
                </a:solidFill>
                <a:latin typeface="+mn-lt"/>
              </a:rPr>
              <a:t>este caso, se les denomina </a:t>
            </a:r>
            <a:r>
              <a:rPr lang="es-ES" sz="1400" b="1" dirty="0">
                <a:solidFill>
                  <a:srgbClr val="000000"/>
                </a:solidFill>
                <a:latin typeface="+mn-lt"/>
              </a:rPr>
              <a:t>vectores dinámicos</a:t>
            </a:r>
            <a:r>
              <a:rPr lang="es-ES" sz="1400" dirty="0">
                <a:solidFill>
                  <a:srgbClr val="000000"/>
                </a:solidFill>
                <a:latin typeface="+mn-lt"/>
              </a:rPr>
              <a:t>, en oposición, a los vectores con una cantidad fija de memoria asignada se los denomina </a:t>
            </a:r>
            <a:r>
              <a:rPr lang="es-ES" sz="1400" b="1" dirty="0">
                <a:solidFill>
                  <a:srgbClr val="000000"/>
                </a:solidFill>
                <a:latin typeface="+mn-lt"/>
              </a:rPr>
              <a:t>vectores estáticos</a:t>
            </a:r>
            <a:r>
              <a:rPr lang="es-ES" sz="1400" dirty="0" smtClean="0">
                <a:solidFill>
                  <a:srgbClr val="000000"/>
                </a:solidFill>
                <a:latin typeface="+mn-lt"/>
              </a:rPr>
              <a:t>.</a:t>
            </a:r>
          </a:p>
          <a:p>
            <a:pPr algn="just"/>
            <a:endParaRPr lang="es-ES" sz="1400" dirty="0">
              <a:solidFill>
                <a:srgbClr val="000000"/>
              </a:solidFill>
              <a:latin typeface="+mn-lt"/>
            </a:endParaRPr>
          </a:p>
          <a:p>
            <a:pPr algn="just"/>
            <a:r>
              <a:rPr lang="es-ES" sz="1400" dirty="0">
                <a:solidFill>
                  <a:srgbClr val="000000"/>
                </a:solidFill>
                <a:latin typeface="+mn-lt"/>
              </a:rPr>
              <a:t>El uso de vectores dinámicos requiere realizar una apropiada </a:t>
            </a:r>
            <a:r>
              <a:rPr lang="es-ES" sz="1400" u="sng" dirty="0">
                <a:solidFill>
                  <a:srgbClr val="000000"/>
                </a:solidFill>
                <a:latin typeface="+mn-lt"/>
              </a:rPr>
              <a:t>gestión de memoria dinámica</a:t>
            </a:r>
            <a:r>
              <a:rPr lang="es-ES" sz="1400" dirty="0">
                <a:solidFill>
                  <a:srgbClr val="000000"/>
                </a:solidFill>
                <a:latin typeface="+mn-lt"/>
              </a:rPr>
              <a:t>. Un uso incorrecto de los vectores dinámicos, o mejor dicho, una mala gestión de la memoria dinámica, puede conducir a una </a:t>
            </a:r>
            <a:r>
              <a:rPr lang="es-ES" sz="1400" u="sng" dirty="0">
                <a:solidFill>
                  <a:srgbClr val="000000"/>
                </a:solidFill>
                <a:latin typeface="+mn-lt"/>
              </a:rPr>
              <a:t>fuga de memoria</a:t>
            </a:r>
            <a:r>
              <a:rPr lang="es-ES" sz="1400" dirty="0">
                <a:solidFill>
                  <a:srgbClr val="000000"/>
                </a:solidFill>
                <a:latin typeface="+mn-lt"/>
              </a:rPr>
              <a:t>. Al utilizar vectores dinámicos siempre habrá que liberar la memoria utilizada cuando ésta ya no se vaya a seguir utilizando</a:t>
            </a:r>
            <a:r>
              <a:rPr lang="es-ES" sz="1400" dirty="0" smtClean="0">
                <a:solidFill>
                  <a:srgbClr val="000000"/>
                </a:solidFill>
                <a:latin typeface="+mn-lt"/>
              </a:rPr>
              <a:t>.</a:t>
            </a:r>
          </a:p>
          <a:p>
            <a:pPr algn="just"/>
            <a:endParaRPr lang="es-ES" sz="1400" dirty="0">
              <a:solidFill>
                <a:srgbClr val="000000"/>
              </a:solidFill>
              <a:latin typeface="+mn-lt"/>
            </a:endParaRPr>
          </a:p>
          <a:p>
            <a:pPr algn="just"/>
            <a:r>
              <a:rPr lang="es-ES" sz="1400" dirty="0">
                <a:solidFill>
                  <a:srgbClr val="000000"/>
                </a:solidFill>
                <a:latin typeface="+mn-lt"/>
              </a:rPr>
              <a:t>Lenguajes más modernos y de más alto nivel, cuentan con un mecanismo denominado </a:t>
            </a:r>
            <a:r>
              <a:rPr lang="es-ES" sz="1400" u="sng" dirty="0">
                <a:solidFill>
                  <a:srgbClr val="000000"/>
                </a:solidFill>
                <a:latin typeface="+mn-lt"/>
              </a:rPr>
              <a:t>recolector de basura</a:t>
            </a:r>
            <a:r>
              <a:rPr lang="es-ES" sz="1400" dirty="0">
                <a:solidFill>
                  <a:srgbClr val="000000"/>
                </a:solidFill>
                <a:latin typeface="+mn-lt"/>
              </a:rPr>
              <a:t> (como es el caso de </a:t>
            </a:r>
            <a:r>
              <a:rPr lang="es-ES" sz="1400" u="sng" dirty="0">
                <a:solidFill>
                  <a:srgbClr val="000000"/>
                </a:solidFill>
                <a:latin typeface="+mn-lt"/>
              </a:rPr>
              <a:t>Java</a:t>
            </a:r>
            <a:r>
              <a:rPr lang="es-ES" sz="1400" dirty="0">
                <a:solidFill>
                  <a:srgbClr val="000000"/>
                </a:solidFill>
                <a:latin typeface="+mn-lt"/>
              </a:rPr>
              <a:t>) que permiten que el programa decida si debe liberar el espacio basándose en si se va a utilizar en el futuro o no un determinado objeto.</a:t>
            </a:r>
          </a:p>
          <a:p>
            <a:pPr algn="just"/>
            <a:endParaRPr lang="es-ES" sz="2800" dirty="0"/>
          </a:p>
        </p:txBody>
      </p:sp>
      <p:sp>
        <p:nvSpPr>
          <p:cNvPr id="4" name="Rectangle 2"/>
          <p:cNvSpPr txBox="1">
            <a:spLocks noChangeArrowheads="1"/>
          </p:cNvSpPr>
          <p:nvPr/>
        </p:nvSpPr>
        <p:spPr>
          <a:xfrm>
            <a:off x="914400" y="609600"/>
            <a:ext cx="7315200" cy="1143000"/>
          </a:xfrm>
          <a:prstGeom prst="rect">
            <a:avLst/>
          </a:prstGeom>
        </p:spPr>
        <p:txBody>
          <a:bodyPr/>
          <a:lstStyle>
            <a:lvl1pPr algn="l" rtl="0" eaLnBrk="0" fontAlgn="base" hangingPunct="0">
              <a:lnSpc>
                <a:spcPct val="85000"/>
              </a:lnSpc>
              <a:spcBef>
                <a:spcPct val="0"/>
              </a:spcBef>
              <a:spcAft>
                <a:spcPct val="0"/>
              </a:spcAft>
              <a:defRPr kumimoji="1" sz="3200">
                <a:solidFill>
                  <a:srgbClr val="003366"/>
                </a:solidFill>
                <a:effectLst>
                  <a:outerShdw blurRad="38100" dist="38100" dir="2700000" algn="tl">
                    <a:srgbClr val="C0C0C0"/>
                  </a:outerShdw>
                </a:effectLst>
                <a:latin typeface="+mj-lt"/>
                <a:ea typeface="+mj-ea"/>
                <a:cs typeface="+mj-cs"/>
              </a:defRPr>
            </a:lvl1pPr>
            <a:lvl2pPr algn="l" rtl="0" eaLnBrk="0" fontAlgn="base" hangingPunct="0">
              <a:lnSpc>
                <a:spcPct val="85000"/>
              </a:lnSpc>
              <a:spcBef>
                <a:spcPct val="0"/>
              </a:spcBef>
              <a:spcAft>
                <a:spcPct val="0"/>
              </a:spcAft>
              <a:defRPr kumimoji="1" sz="3200">
                <a:solidFill>
                  <a:srgbClr val="003366"/>
                </a:solidFill>
                <a:effectLst>
                  <a:outerShdw blurRad="38100" dist="38100" dir="2700000" algn="tl">
                    <a:srgbClr val="C0C0C0"/>
                  </a:outerShdw>
                </a:effectLst>
                <a:latin typeface="Arial" charset="0"/>
              </a:defRPr>
            </a:lvl2pPr>
            <a:lvl3pPr algn="l" rtl="0" eaLnBrk="0" fontAlgn="base" hangingPunct="0">
              <a:lnSpc>
                <a:spcPct val="85000"/>
              </a:lnSpc>
              <a:spcBef>
                <a:spcPct val="0"/>
              </a:spcBef>
              <a:spcAft>
                <a:spcPct val="0"/>
              </a:spcAft>
              <a:defRPr kumimoji="1" sz="3200">
                <a:solidFill>
                  <a:srgbClr val="003366"/>
                </a:solidFill>
                <a:effectLst>
                  <a:outerShdw blurRad="38100" dist="38100" dir="2700000" algn="tl">
                    <a:srgbClr val="C0C0C0"/>
                  </a:outerShdw>
                </a:effectLst>
                <a:latin typeface="Arial" charset="0"/>
              </a:defRPr>
            </a:lvl3pPr>
            <a:lvl4pPr algn="l" rtl="0" eaLnBrk="0" fontAlgn="base" hangingPunct="0">
              <a:lnSpc>
                <a:spcPct val="85000"/>
              </a:lnSpc>
              <a:spcBef>
                <a:spcPct val="0"/>
              </a:spcBef>
              <a:spcAft>
                <a:spcPct val="0"/>
              </a:spcAft>
              <a:defRPr kumimoji="1" sz="3200">
                <a:solidFill>
                  <a:srgbClr val="003366"/>
                </a:solidFill>
                <a:effectLst>
                  <a:outerShdw blurRad="38100" dist="38100" dir="2700000" algn="tl">
                    <a:srgbClr val="C0C0C0"/>
                  </a:outerShdw>
                </a:effectLst>
                <a:latin typeface="Arial" charset="0"/>
              </a:defRPr>
            </a:lvl4pPr>
            <a:lvl5pPr algn="l" rtl="0" eaLnBrk="0" fontAlgn="base" hangingPunct="0">
              <a:lnSpc>
                <a:spcPct val="85000"/>
              </a:lnSpc>
              <a:spcBef>
                <a:spcPct val="0"/>
              </a:spcBef>
              <a:spcAft>
                <a:spcPct val="0"/>
              </a:spcAft>
              <a:defRPr kumimoji="1" sz="3200">
                <a:solidFill>
                  <a:srgbClr val="003366"/>
                </a:solidFill>
                <a:effectLst>
                  <a:outerShdw blurRad="38100" dist="38100" dir="2700000" algn="tl">
                    <a:srgbClr val="C0C0C0"/>
                  </a:outerShdw>
                </a:effectLst>
                <a:latin typeface="Arial" charset="0"/>
              </a:defRPr>
            </a:lvl5pPr>
            <a:lvl6pPr marL="457200" algn="l" rtl="0" eaLnBrk="0" fontAlgn="base" hangingPunct="0">
              <a:lnSpc>
                <a:spcPct val="85000"/>
              </a:lnSpc>
              <a:spcBef>
                <a:spcPct val="0"/>
              </a:spcBef>
              <a:spcAft>
                <a:spcPct val="0"/>
              </a:spcAft>
              <a:defRPr kumimoji="1" sz="3200">
                <a:solidFill>
                  <a:srgbClr val="003366"/>
                </a:solidFill>
                <a:effectLst>
                  <a:outerShdw blurRad="38100" dist="38100" dir="2700000" algn="tl">
                    <a:srgbClr val="C0C0C0"/>
                  </a:outerShdw>
                </a:effectLst>
                <a:latin typeface="Arial" charset="0"/>
              </a:defRPr>
            </a:lvl6pPr>
            <a:lvl7pPr marL="914400" algn="l" rtl="0" eaLnBrk="0" fontAlgn="base" hangingPunct="0">
              <a:lnSpc>
                <a:spcPct val="85000"/>
              </a:lnSpc>
              <a:spcBef>
                <a:spcPct val="0"/>
              </a:spcBef>
              <a:spcAft>
                <a:spcPct val="0"/>
              </a:spcAft>
              <a:defRPr kumimoji="1" sz="3200">
                <a:solidFill>
                  <a:srgbClr val="003366"/>
                </a:solidFill>
                <a:effectLst>
                  <a:outerShdw blurRad="38100" dist="38100" dir="2700000" algn="tl">
                    <a:srgbClr val="C0C0C0"/>
                  </a:outerShdw>
                </a:effectLst>
                <a:latin typeface="Arial" charset="0"/>
              </a:defRPr>
            </a:lvl7pPr>
            <a:lvl8pPr marL="1371600" algn="l" rtl="0" eaLnBrk="0" fontAlgn="base" hangingPunct="0">
              <a:lnSpc>
                <a:spcPct val="85000"/>
              </a:lnSpc>
              <a:spcBef>
                <a:spcPct val="0"/>
              </a:spcBef>
              <a:spcAft>
                <a:spcPct val="0"/>
              </a:spcAft>
              <a:defRPr kumimoji="1" sz="3200">
                <a:solidFill>
                  <a:srgbClr val="003366"/>
                </a:solidFill>
                <a:effectLst>
                  <a:outerShdw blurRad="38100" dist="38100" dir="2700000" algn="tl">
                    <a:srgbClr val="C0C0C0"/>
                  </a:outerShdw>
                </a:effectLst>
                <a:latin typeface="Arial" charset="0"/>
              </a:defRPr>
            </a:lvl8pPr>
            <a:lvl9pPr marL="1828800" algn="l" rtl="0" eaLnBrk="0" fontAlgn="base" hangingPunct="0">
              <a:lnSpc>
                <a:spcPct val="85000"/>
              </a:lnSpc>
              <a:spcBef>
                <a:spcPct val="0"/>
              </a:spcBef>
              <a:spcAft>
                <a:spcPct val="0"/>
              </a:spcAft>
              <a:defRPr kumimoji="1" sz="3200">
                <a:solidFill>
                  <a:srgbClr val="003366"/>
                </a:solidFill>
                <a:effectLst>
                  <a:outerShdw blurRad="38100" dist="38100" dir="2700000" algn="tl">
                    <a:srgbClr val="C0C0C0"/>
                  </a:outerShdw>
                </a:effectLst>
                <a:latin typeface="Arial" charset="0"/>
              </a:defRPr>
            </a:lvl9pPr>
          </a:lstStyle>
          <a:p>
            <a:pPr>
              <a:defRPr/>
            </a:pPr>
            <a:r>
              <a:rPr lang="es-AR" smtClean="0"/>
              <a:t>Vectores y Matrices</a:t>
            </a:r>
            <a:endParaRPr lang="es-AR" dirty="0" smtClean="0"/>
          </a:p>
        </p:txBody>
      </p:sp>
      <p:sp>
        <p:nvSpPr>
          <p:cNvPr id="5" name="4 Marcador de número de diapositiva"/>
          <p:cNvSpPr txBox="1">
            <a:spLocks/>
          </p:cNvSpPr>
          <p:nvPr/>
        </p:nvSpPr>
        <p:spPr>
          <a:xfrm>
            <a:off x="6629400" y="6248400"/>
            <a:ext cx="1905000" cy="457200"/>
          </a:xfrm>
          <a:prstGeom prst="rect">
            <a:avLst/>
          </a:prstGeom>
          <a:noFill/>
        </p:spPr>
        <p:txBody>
          <a:bodyPr/>
          <a:lstStyle>
            <a:defPPr>
              <a:defRPr lang="en-US"/>
            </a:defPPr>
            <a:lvl1pPr algn="l" rtl="0" eaLnBrk="0" fontAlgn="base" hangingPunct="0">
              <a:spcBef>
                <a:spcPct val="0"/>
              </a:spcBef>
              <a:spcAft>
                <a:spcPct val="0"/>
              </a:spcAft>
              <a:defRPr sz="2400" kern="1200">
                <a:solidFill>
                  <a:schemeClr val="tx1"/>
                </a:solidFill>
                <a:latin typeface="Times New Roman"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fld id="{0A4D5FBE-9E7E-400F-873B-7CF50CE94AB5}" type="slidenum">
              <a:rPr lang="es-ES" smtClean="0"/>
              <a:pPr/>
              <a:t>6</a:t>
            </a:fld>
            <a:endParaRPr lang="es-ES" dirty="0"/>
          </a:p>
        </p:txBody>
      </p:sp>
    </p:spTree>
    <p:extLst>
      <p:ext uri="{BB962C8B-B14F-4D97-AF65-F5344CB8AC3E}">
        <p14:creationId xmlns:p14="http://schemas.microsoft.com/office/powerpoint/2010/main" val="394257343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4 Marcador de número de diapositiva"/>
          <p:cNvSpPr>
            <a:spLocks noGrp="1"/>
          </p:cNvSpPr>
          <p:nvPr>
            <p:ph type="sldNum" sz="quarter" idx="11"/>
          </p:nvPr>
        </p:nvSpPr>
        <p:spPr>
          <a:noFill/>
        </p:spPr>
        <p:txBody>
          <a:bodyPr/>
          <a:lstStyle/>
          <a:p>
            <a:fld id="{113D2123-3C29-4D6E-A134-A7FCE6688256}" type="slidenum">
              <a:rPr lang="es-ES"/>
              <a:pPr/>
              <a:t>7</a:t>
            </a:fld>
            <a:endParaRPr lang="es-ES"/>
          </a:p>
        </p:txBody>
      </p:sp>
      <p:sp>
        <p:nvSpPr>
          <p:cNvPr id="17410" name="Rectangle 2"/>
          <p:cNvSpPr>
            <a:spLocks noGrp="1" noChangeArrowheads="1"/>
          </p:cNvSpPr>
          <p:nvPr>
            <p:ph type="title"/>
          </p:nvPr>
        </p:nvSpPr>
        <p:spPr/>
        <p:txBody>
          <a:bodyPr/>
          <a:lstStyle/>
          <a:p>
            <a:pPr>
              <a:defRPr/>
            </a:pPr>
            <a:r>
              <a:rPr lang="es-AR" dirty="0" smtClean="0"/>
              <a:t>Vectores</a:t>
            </a:r>
          </a:p>
        </p:txBody>
      </p:sp>
      <p:sp>
        <p:nvSpPr>
          <p:cNvPr id="20485" name="Rectangle 3"/>
          <p:cNvSpPr>
            <a:spLocks noGrp="1" noChangeArrowheads="1"/>
          </p:cNvSpPr>
          <p:nvPr>
            <p:ph type="body" idx="1"/>
          </p:nvPr>
        </p:nvSpPr>
        <p:spPr>
          <a:xfrm>
            <a:off x="1115616" y="1844824"/>
            <a:ext cx="7543800" cy="4608512"/>
          </a:xfrm>
        </p:spPr>
        <p:txBody>
          <a:bodyPr/>
          <a:lstStyle/>
          <a:p>
            <a:r>
              <a:rPr lang="es-AR" dirty="0" smtClean="0"/>
              <a:t>Qué es un vector? Un vector (o arreglo unidimensional) es una estructura de datos en la cual se almacena un conjunto de datos de un mismo tipo. Es decir que un arreglo es una lista de n elementos que posee las siguientes características:</a:t>
            </a:r>
          </a:p>
          <a:p>
            <a:pPr marL="628650" lvl="1" indent="-171450"/>
            <a:r>
              <a:rPr lang="es-AR" sz="2000" dirty="0" smtClean="0">
                <a:solidFill>
                  <a:srgbClr val="C00000"/>
                </a:solidFill>
                <a:latin typeface="Arial Black" pitchFamily="34" charset="0"/>
              </a:rPr>
              <a:t>se identifica por un único nombre de variable</a:t>
            </a:r>
          </a:p>
          <a:p>
            <a:pPr marL="628650" lvl="1" indent="-171450"/>
            <a:r>
              <a:rPr lang="es-AR" sz="2000" dirty="0" smtClean="0">
                <a:solidFill>
                  <a:srgbClr val="C00000"/>
                </a:solidFill>
                <a:latin typeface="Arial Black" pitchFamily="34" charset="0"/>
              </a:rPr>
              <a:t>sus elementos se almacenan en posiciones contiguas de memoria</a:t>
            </a:r>
          </a:p>
          <a:p>
            <a:pPr marL="628650" lvl="1" indent="-171450"/>
            <a:r>
              <a:rPr lang="es-AR" sz="2000" dirty="0" smtClean="0">
                <a:solidFill>
                  <a:srgbClr val="C00000"/>
                </a:solidFill>
                <a:latin typeface="Arial Black" pitchFamily="34" charset="0"/>
              </a:rPr>
              <a:t>se accede a cada uno de sus elementos en forma aleatoria</a:t>
            </a:r>
          </a:p>
          <a:p>
            <a:pPr lvl="1"/>
            <a:endParaRPr lang="es-AR" dirty="0" smtClean="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4 Marcador de número de diapositiva"/>
          <p:cNvSpPr>
            <a:spLocks noGrp="1"/>
          </p:cNvSpPr>
          <p:nvPr>
            <p:ph type="sldNum" sz="quarter" idx="11"/>
          </p:nvPr>
        </p:nvSpPr>
        <p:spPr>
          <a:noFill/>
        </p:spPr>
        <p:txBody>
          <a:bodyPr/>
          <a:lstStyle/>
          <a:p>
            <a:fld id="{664EF6E9-CBFD-41CD-8669-7C24F176AD99}" type="slidenum">
              <a:rPr lang="es-ES"/>
              <a:pPr/>
              <a:t>8</a:t>
            </a:fld>
            <a:endParaRPr lang="es-ES"/>
          </a:p>
        </p:txBody>
      </p:sp>
      <p:sp>
        <p:nvSpPr>
          <p:cNvPr id="23554" name="Rectangle 2"/>
          <p:cNvSpPr>
            <a:spLocks noGrp="1" noChangeArrowheads="1"/>
          </p:cNvSpPr>
          <p:nvPr>
            <p:ph type="title"/>
          </p:nvPr>
        </p:nvSpPr>
        <p:spPr/>
        <p:txBody>
          <a:bodyPr/>
          <a:lstStyle/>
          <a:p>
            <a:pPr>
              <a:defRPr/>
            </a:pPr>
            <a:r>
              <a:rPr lang="es-AR" smtClean="0"/>
              <a:t>Vectores - Declaración</a:t>
            </a:r>
          </a:p>
        </p:txBody>
      </p:sp>
      <p:sp>
        <p:nvSpPr>
          <p:cNvPr id="26629" name="Rectangle 3"/>
          <p:cNvSpPr>
            <a:spLocks noGrp="1" noChangeArrowheads="1"/>
          </p:cNvSpPr>
          <p:nvPr>
            <p:ph type="body" idx="1"/>
          </p:nvPr>
        </p:nvSpPr>
        <p:spPr>
          <a:xfrm>
            <a:off x="914400" y="1752600"/>
            <a:ext cx="7543800" cy="4191000"/>
          </a:xfrm>
        </p:spPr>
        <p:txBody>
          <a:bodyPr/>
          <a:lstStyle/>
          <a:p>
            <a:pPr algn="just"/>
            <a:r>
              <a:rPr lang="es-AR" dirty="0" smtClean="0"/>
              <a:t>Como ya dijimos anteriormente, los arreglos son estructuras de datos, por lo tanto las mismas deben ser declaradas. Esta operación se realiza en la </a:t>
            </a:r>
            <a:r>
              <a:rPr lang="es-AR" dirty="0" err="1" smtClean="0"/>
              <a:t>seccción</a:t>
            </a:r>
            <a:r>
              <a:rPr lang="es-AR" dirty="0" smtClean="0"/>
              <a:t> “</a:t>
            </a:r>
            <a:r>
              <a:rPr lang="es-AR" dirty="0" err="1" smtClean="0"/>
              <a:t>Type</a:t>
            </a:r>
            <a:r>
              <a:rPr lang="es-AR" dirty="0" smtClean="0"/>
              <a:t>” de un programa en Pascal. </a:t>
            </a:r>
          </a:p>
          <a:p>
            <a:r>
              <a:rPr lang="es-AR" dirty="0" smtClean="0"/>
              <a:t>formato</a:t>
            </a:r>
          </a:p>
          <a:p>
            <a:pPr lvl="1">
              <a:buFontTx/>
              <a:buNone/>
            </a:pPr>
            <a:r>
              <a:rPr lang="es-AR" dirty="0" err="1" smtClean="0"/>
              <a:t>type</a:t>
            </a:r>
            <a:endParaRPr lang="es-AR" dirty="0" smtClean="0"/>
          </a:p>
          <a:p>
            <a:pPr lvl="2">
              <a:buFontTx/>
              <a:buNone/>
            </a:pPr>
            <a:r>
              <a:rPr lang="es-AR" i="1" dirty="0" err="1" smtClean="0"/>
              <a:t>nombre_del_tipo</a:t>
            </a:r>
            <a:r>
              <a:rPr lang="es-AR" dirty="0" smtClean="0"/>
              <a:t> = </a:t>
            </a:r>
            <a:r>
              <a:rPr lang="es-AR" dirty="0" err="1" smtClean="0"/>
              <a:t>array</a:t>
            </a:r>
            <a:r>
              <a:rPr lang="es-AR" dirty="0" smtClean="0"/>
              <a:t>[</a:t>
            </a:r>
            <a:r>
              <a:rPr lang="es-AR" i="1" dirty="0" err="1" smtClean="0"/>
              <a:t>tipo_subindice</a:t>
            </a:r>
            <a:r>
              <a:rPr lang="es-AR" i="1" dirty="0" smtClean="0"/>
              <a:t> * </a:t>
            </a:r>
            <a:r>
              <a:rPr lang="es-AR" sz="1600" dirty="0" smtClean="0"/>
              <a:t>]</a:t>
            </a:r>
            <a:r>
              <a:rPr lang="es-AR" dirty="0" smtClean="0"/>
              <a:t> of </a:t>
            </a:r>
            <a:r>
              <a:rPr lang="es-AR" i="1" dirty="0" smtClean="0"/>
              <a:t>tipo;</a:t>
            </a:r>
            <a:r>
              <a:rPr lang="es-AR" dirty="0" smtClean="0"/>
              <a:t> </a:t>
            </a:r>
          </a:p>
          <a:p>
            <a:pPr lvl="2">
              <a:buFontTx/>
              <a:buNone/>
            </a:pPr>
            <a:endParaRPr lang="es-AR" dirty="0" smtClean="0"/>
          </a:p>
          <a:p>
            <a:pPr lvl="2">
              <a:buFontTx/>
              <a:buNone/>
            </a:pPr>
            <a:r>
              <a:rPr lang="es-AR" dirty="0" smtClean="0"/>
              <a:t>* debe ser de tipo ordinal:  </a:t>
            </a:r>
            <a:r>
              <a:rPr lang="es-AR" dirty="0" err="1" smtClean="0"/>
              <a:t>boolean</a:t>
            </a:r>
            <a:r>
              <a:rPr lang="es-AR" dirty="0" smtClean="0"/>
              <a:t>, </a:t>
            </a:r>
            <a:r>
              <a:rPr lang="es-AR" dirty="0" err="1" smtClean="0"/>
              <a:t>char</a:t>
            </a:r>
            <a:r>
              <a:rPr lang="es-AR" dirty="0" smtClean="0"/>
              <a:t>, enumerado o </a:t>
            </a:r>
            <a:r>
              <a:rPr lang="es-AR" dirty="0" err="1" smtClean="0"/>
              <a:t>subrango</a:t>
            </a:r>
            <a:endParaRPr lang="es-AR" dirty="0" smtClean="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4 Marcador de número de diapositiva"/>
          <p:cNvSpPr>
            <a:spLocks noGrp="1"/>
          </p:cNvSpPr>
          <p:nvPr>
            <p:ph type="sldNum" sz="quarter" idx="11"/>
          </p:nvPr>
        </p:nvSpPr>
        <p:spPr>
          <a:noFill/>
        </p:spPr>
        <p:txBody>
          <a:bodyPr/>
          <a:lstStyle/>
          <a:p>
            <a:fld id="{62CD6E0B-45DC-46E8-9DC8-89A474A38CA4}" type="slidenum">
              <a:rPr lang="es-ES"/>
              <a:pPr/>
              <a:t>9</a:t>
            </a:fld>
            <a:endParaRPr lang="es-ES"/>
          </a:p>
        </p:txBody>
      </p:sp>
      <p:sp>
        <p:nvSpPr>
          <p:cNvPr id="24578" name="Rectangle 2"/>
          <p:cNvSpPr>
            <a:spLocks noGrp="1" noChangeArrowheads="1"/>
          </p:cNvSpPr>
          <p:nvPr>
            <p:ph type="title"/>
          </p:nvPr>
        </p:nvSpPr>
        <p:spPr/>
        <p:txBody>
          <a:bodyPr/>
          <a:lstStyle/>
          <a:p>
            <a:pPr>
              <a:defRPr/>
            </a:pPr>
            <a:r>
              <a:rPr lang="es-AR" smtClean="0"/>
              <a:t>Vectores - Declaración</a:t>
            </a:r>
          </a:p>
        </p:txBody>
      </p:sp>
      <p:sp>
        <p:nvSpPr>
          <p:cNvPr id="27653" name="Rectangle 3"/>
          <p:cNvSpPr>
            <a:spLocks noGrp="1" noChangeArrowheads="1"/>
          </p:cNvSpPr>
          <p:nvPr>
            <p:ph type="body" idx="1"/>
          </p:nvPr>
        </p:nvSpPr>
        <p:spPr>
          <a:xfrm>
            <a:off x="914400" y="1752600"/>
            <a:ext cx="7543800" cy="4191000"/>
          </a:xfrm>
        </p:spPr>
        <p:txBody>
          <a:bodyPr/>
          <a:lstStyle/>
          <a:p>
            <a:r>
              <a:rPr lang="es-AR" smtClean="0"/>
              <a:t>Luego de la declaración del tipo, se declara la variable.</a:t>
            </a:r>
          </a:p>
          <a:p>
            <a:r>
              <a:rPr lang="es-AR" smtClean="0"/>
              <a:t>formato</a:t>
            </a:r>
          </a:p>
          <a:p>
            <a:pPr lvl="1">
              <a:buFontTx/>
              <a:buNone/>
            </a:pPr>
            <a:r>
              <a:rPr lang="es-AR" smtClean="0"/>
              <a:t>var</a:t>
            </a:r>
          </a:p>
          <a:p>
            <a:pPr lvl="2">
              <a:buFontTx/>
              <a:buNone/>
            </a:pPr>
            <a:r>
              <a:rPr lang="es-AR" i="1" smtClean="0"/>
              <a:t>nombre_variable: nombre_del_tipo;</a:t>
            </a:r>
            <a:endParaRPr lang="es-AR" smtClean="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4 Marcador de número de diapositiva"/>
          <p:cNvSpPr>
            <a:spLocks noGrp="1"/>
          </p:cNvSpPr>
          <p:nvPr>
            <p:ph type="sldNum" sz="quarter" idx="11"/>
          </p:nvPr>
        </p:nvSpPr>
        <p:spPr>
          <a:noFill/>
        </p:spPr>
        <p:txBody>
          <a:bodyPr/>
          <a:lstStyle/>
          <a:p>
            <a:fld id="{CAE4AC07-B0B7-4089-857B-E918AE17B0D6}" type="slidenum">
              <a:rPr lang="es-ES"/>
              <a:pPr/>
              <a:t>10</a:t>
            </a:fld>
            <a:endParaRPr lang="es-ES"/>
          </a:p>
        </p:txBody>
      </p:sp>
      <p:sp>
        <p:nvSpPr>
          <p:cNvPr id="25602" name="Rectangle 2"/>
          <p:cNvSpPr>
            <a:spLocks noGrp="1" noChangeArrowheads="1"/>
          </p:cNvSpPr>
          <p:nvPr>
            <p:ph type="title"/>
          </p:nvPr>
        </p:nvSpPr>
        <p:spPr>
          <a:xfrm>
            <a:off x="899592" y="188640"/>
            <a:ext cx="7315200" cy="1143000"/>
          </a:xfrm>
        </p:spPr>
        <p:txBody>
          <a:bodyPr/>
          <a:lstStyle/>
          <a:p>
            <a:pPr>
              <a:defRPr/>
            </a:pPr>
            <a:r>
              <a:rPr lang="es-AR" dirty="0" smtClean="0"/>
              <a:t>Vectores - Declaración</a:t>
            </a:r>
          </a:p>
        </p:txBody>
      </p:sp>
      <p:sp>
        <p:nvSpPr>
          <p:cNvPr id="28677" name="Rectangle 3"/>
          <p:cNvSpPr>
            <a:spLocks noGrp="1" noChangeArrowheads="1"/>
          </p:cNvSpPr>
          <p:nvPr>
            <p:ph type="body" idx="1"/>
          </p:nvPr>
        </p:nvSpPr>
        <p:spPr>
          <a:xfrm>
            <a:off x="539552" y="980728"/>
            <a:ext cx="8280920" cy="4772744"/>
          </a:xfrm>
        </p:spPr>
        <p:txBody>
          <a:bodyPr/>
          <a:lstStyle/>
          <a:p>
            <a:r>
              <a:rPr lang="es-AR" dirty="0" smtClean="0"/>
              <a:t>Ejemplos de declaraciones:</a:t>
            </a:r>
          </a:p>
          <a:p>
            <a:pPr marL="0"/>
            <a:r>
              <a:rPr lang="es-AR" dirty="0" smtClean="0"/>
              <a:t>Ej1:   </a:t>
            </a:r>
            <a:r>
              <a:rPr lang="es-AR" dirty="0" err="1" smtClean="0"/>
              <a:t>type</a:t>
            </a:r>
            <a:endParaRPr lang="es-AR" dirty="0" smtClean="0"/>
          </a:p>
          <a:p>
            <a:pPr lvl="2">
              <a:buFontTx/>
              <a:buNone/>
            </a:pPr>
            <a:r>
              <a:rPr lang="es-AR" dirty="0" smtClean="0"/>
              <a:t>           Valores = </a:t>
            </a:r>
            <a:r>
              <a:rPr lang="es-AR" dirty="0" err="1" smtClean="0"/>
              <a:t>array</a:t>
            </a:r>
            <a:r>
              <a:rPr lang="es-AR" dirty="0" smtClean="0"/>
              <a:t>[ -10..10 </a:t>
            </a:r>
            <a:r>
              <a:rPr lang="es-AR" sz="1600" dirty="0" smtClean="0"/>
              <a:t>]</a:t>
            </a:r>
            <a:r>
              <a:rPr lang="es-AR" dirty="0" smtClean="0"/>
              <a:t> of real; </a:t>
            </a:r>
          </a:p>
          <a:p>
            <a:pPr lvl="1">
              <a:buFontTx/>
              <a:buNone/>
            </a:pPr>
            <a:r>
              <a:rPr lang="es-AR" dirty="0" smtClean="0"/>
              <a:t>         </a:t>
            </a:r>
            <a:r>
              <a:rPr lang="es-AR" dirty="0" err="1" smtClean="0"/>
              <a:t>var</a:t>
            </a:r>
            <a:endParaRPr lang="es-AR" dirty="0" smtClean="0"/>
          </a:p>
          <a:p>
            <a:pPr lvl="1">
              <a:buFontTx/>
              <a:buNone/>
            </a:pPr>
            <a:r>
              <a:rPr lang="es-AR" dirty="0" smtClean="0"/>
              <a:t>		          precios: valores;</a:t>
            </a:r>
          </a:p>
          <a:p>
            <a:pPr marL="0" indent="0">
              <a:buNone/>
            </a:pPr>
            <a:r>
              <a:rPr lang="es-AR" dirty="0" smtClean="0"/>
              <a:t>    Ej2:   </a:t>
            </a:r>
            <a:r>
              <a:rPr lang="es-AR" dirty="0" err="1" smtClean="0"/>
              <a:t>const</a:t>
            </a:r>
            <a:r>
              <a:rPr lang="es-AR" dirty="0" smtClean="0"/>
              <a:t>  </a:t>
            </a:r>
            <a:r>
              <a:rPr lang="es-AR" sz="2000" dirty="0" smtClean="0"/>
              <a:t>Max</a:t>
            </a:r>
            <a:r>
              <a:rPr lang="es-AR" sz="2000" dirty="0"/>
              <a:t>= 500;</a:t>
            </a:r>
            <a:endParaRPr lang="es-AR" dirty="0"/>
          </a:p>
          <a:p>
            <a:pPr lvl="1">
              <a:buFontTx/>
              <a:buNone/>
            </a:pPr>
            <a:r>
              <a:rPr lang="es-AR" dirty="0" smtClean="0"/>
              <a:t>        </a:t>
            </a:r>
            <a:r>
              <a:rPr lang="es-AR" dirty="0" err="1" smtClean="0"/>
              <a:t>type</a:t>
            </a:r>
            <a:endParaRPr lang="es-AR" dirty="0"/>
          </a:p>
          <a:p>
            <a:pPr lvl="2">
              <a:buFontTx/>
              <a:buNone/>
            </a:pPr>
            <a:r>
              <a:rPr lang="es-AR" dirty="0" smtClean="0"/>
              <a:t>              </a:t>
            </a:r>
            <a:r>
              <a:rPr lang="es-AR" dirty="0" err="1" smtClean="0"/>
              <a:t>T_Texto</a:t>
            </a:r>
            <a:r>
              <a:rPr lang="es-AR" dirty="0" smtClean="0"/>
              <a:t> </a:t>
            </a:r>
            <a:r>
              <a:rPr lang="es-AR" dirty="0"/>
              <a:t>= </a:t>
            </a:r>
            <a:r>
              <a:rPr lang="es-AR" dirty="0" err="1"/>
              <a:t>array</a:t>
            </a:r>
            <a:r>
              <a:rPr lang="es-AR" dirty="0"/>
              <a:t>[ 1..Max </a:t>
            </a:r>
            <a:r>
              <a:rPr lang="es-AR" sz="1600" dirty="0"/>
              <a:t>]</a:t>
            </a:r>
            <a:r>
              <a:rPr lang="es-AR" dirty="0"/>
              <a:t> of </a:t>
            </a:r>
            <a:r>
              <a:rPr lang="es-AR" dirty="0" err="1"/>
              <a:t>char</a:t>
            </a:r>
            <a:r>
              <a:rPr lang="es-AR" dirty="0"/>
              <a:t>; </a:t>
            </a:r>
          </a:p>
          <a:p>
            <a:pPr lvl="1">
              <a:buFontTx/>
              <a:buNone/>
            </a:pPr>
            <a:r>
              <a:rPr lang="es-AR" dirty="0" smtClean="0"/>
              <a:t>       </a:t>
            </a:r>
            <a:r>
              <a:rPr lang="es-AR" dirty="0" err="1" smtClean="0"/>
              <a:t>var</a:t>
            </a:r>
            <a:endParaRPr lang="es-AR" dirty="0"/>
          </a:p>
          <a:p>
            <a:pPr lvl="1">
              <a:buFontTx/>
              <a:buNone/>
            </a:pPr>
            <a:r>
              <a:rPr lang="es-AR" dirty="0"/>
              <a:t>		</a:t>
            </a:r>
            <a:r>
              <a:rPr lang="es-AR" dirty="0" smtClean="0"/>
              <a:t>             Texto</a:t>
            </a:r>
            <a:r>
              <a:rPr lang="es-AR" dirty="0"/>
              <a:t>: </a:t>
            </a:r>
            <a:r>
              <a:rPr lang="es-AR" dirty="0" err="1"/>
              <a:t>T_Texto</a:t>
            </a:r>
            <a:r>
              <a:rPr lang="es-AR" dirty="0"/>
              <a:t>;</a:t>
            </a:r>
          </a:p>
          <a:p>
            <a:pPr lvl="1">
              <a:buFontTx/>
              <a:buNone/>
            </a:pPr>
            <a:endParaRPr lang="es-AR" dirty="0" smtClean="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4 Marcador de número de diapositiva"/>
          <p:cNvSpPr>
            <a:spLocks noGrp="1"/>
          </p:cNvSpPr>
          <p:nvPr>
            <p:ph type="sldNum" sz="quarter" idx="11"/>
          </p:nvPr>
        </p:nvSpPr>
        <p:spPr>
          <a:noFill/>
        </p:spPr>
        <p:txBody>
          <a:bodyPr/>
          <a:lstStyle/>
          <a:p>
            <a:fld id="{0FBBBADF-B063-4839-AE51-6B6A1BF420DE}" type="slidenum">
              <a:rPr lang="es-ES"/>
              <a:pPr/>
              <a:t>11</a:t>
            </a:fld>
            <a:endParaRPr lang="es-ES"/>
          </a:p>
        </p:txBody>
      </p:sp>
      <p:sp>
        <p:nvSpPr>
          <p:cNvPr id="27650" name="Rectangle 2"/>
          <p:cNvSpPr>
            <a:spLocks noGrp="1" noChangeArrowheads="1"/>
          </p:cNvSpPr>
          <p:nvPr>
            <p:ph type="title"/>
          </p:nvPr>
        </p:nvSpPr>
        <p:spPr>
          <a:xfrm>
            <a:off x="914400" y="609600"/>
            <a:ext cx="7848600" cy="1143000"/>
          </a:xfrm>
        </p:spPr>
        <p:txBody>
          <a:bodyPr/>
          <a:lstStyle/>
          <a:p>
            <a:pPr>
              <a:defRPr/>
            </a:pPr>
            <a:r>
              <a:rPr lang="es-AR" smtClean="0"/>
              <a:t>Vectores - Manejo de índices</a:t>
            </a:r>
          </a:p>
        </p:txBody>
      </p:sp>
      <p:sp>
        <p:nvSpPr>
          <p:cNvPr id="30725" name="Rectangle 3"/>
          <p:cNvSpPr>
            <a:spLocks noGrp="1" noChangeArrowheads="1"/>
          </p:cNvSpPr>
          <p:nvPr>
            <p:ph type="body" idx="1"/>
          </p:nvPr>
        </p:nvSpPr>
        <p:spPr/>
        <p:txBody>
          <a:bodyPr/>
          <a:lstStyle/>
          <a:p>
            <a:r>
              <a:rPr lang="es-AR" dirty="0" smtClean="0"/>
              <a:t>Asignación de valores</a:t>
            </a:r>
          </a:p>
          <a:p>
            <a:pPr lvl="1">
              <a:buFontTx/>
              <a:buNone/>
            </a:pPr>
            <a:r>
              <a:rPr lang="es-AR" sz="2000" dirty="0" smtClean="0"/>
              <a:t>Texto[3] := ´a´;</a:t>
            </a:r>
            <a:endParaRPr lang="es-AR" dirty="0" smtClean="0"/>
          </a:p>
          <a:p>
            <a:pPr lvl="1">
              <a:buFontTx/>
              <a:buNone/>
            </a:pPr>
            <a:r>
              <a:rPr lang="es-AR" sz="2000" dirty="0" smtClean="0"/>
              <a:t>Precios[0] := 23.50;</a:t>
            </a:r>
          </a:p>
          <a:p>
            <a:pPr lvl="1">
              <a:buFontTx/>
              <a:buNone/>
            </a:pPr>
            <a:endParaRPr lang="es-AR" sz="2000" dirty="0" smtClean="0"/>
          </a:p>
          <a:p>
            <a:pPr lvl="1">
              <a:buFontTx/>
              <a:buNone/>
            </a:pPr>
            <a:r>
              <a:rPr lang="es-AR" sz="2000" dirty="0" smtClean="0"/>
              <a:t>Los índices de un arreglo pueden ser: entero, lógico, </a:t>
            </a:r>
            <a:r>
              <a:rPr lang="es-AR" sz="2000" dirty="0" err="1" smtClean="0"/>
              <a:t>caracter</a:t>
            </a:r>
            <a:r>
              <a:rPr lang="es-AR" sz="2000" dirty="0" smtClean="0"/>
              <a:t>, enumerado o </a:t>
            </a:r>
            <a:r>
              <a:rPr lang="es-AR" sz="2000" dirty="0" err="1" smtClean="0"/>
              <a:t>subrango</a:t>
            </a:r>
            <a:r>
              <a:rPr lang="es-AR" sz="2000" dirty="0" smtClean="0"/>
              <a:t>.</a:t>
            </a:r>
          </a:p>
          <a:p>
            <a:pPr lvl="1">
              <a:buFontTx/>
              <a:buNone/>
            </a:pPr>
            <a:endParaRPr lang="es-AR" sz="2000" dirty="0" smtClean="0"/>
          </a:p>
          <a:p>
            <a:pPr lvl="1">
              <a:buFontTx/>
              <a:buNone/>
            </a:pPr>
            <a:endParaRPr lang="es-AR" sz="2000" dirty="0" smtClean="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4 Marcador de número de diapositiva"/>
          <p:cNvSpPr>
            <a:spLocks noGrp="1"/>
          </p:cNvSpPr>
          <p:nvPr>
            <p:ph type="sldNum" sz="quarter" idx="11"/>
          </p:nvPr>
        </p:nvSpPr>
        <p:spPr>
          <a:noFill/>
        </p:spPr>
        <p:txBody>
          <a:bodyPr/>
          <a:lstStyle/>
          <a:p>
            <a:fld id="{9ECC4928-D07A-4E31-B577-EA90CD84BBE2}" type="slidenum">
              <a:rPr lang="es-ES"/>
              <a:pPr/>
              <a:t>12</a:t>
            </a:fld>
            <a:endParaRPr lang="es-ES"/>
          </a:p>
        </p:txBody>
      </p:sp>
      <p:sp>
        <p:nvSpPr>
          <p:cNvPr id="28674" name="Rectangle 2"/>
          <p:cNvSpPr>
            <a:spLocks noGrp="1" noChangeArrowheads="1"/>
          </p:cNvSpPr>
          <p:nvPr>
            <p:ph type="title"/>
          </p:nvPr>
        </p:nvSpPr>
        <p:spPr>
          <a:xfrm>
            <a:off x="899592" y="188640"/>
            <a:ext cx="7848600" cy="1143000"/>
          </a:xfrm>
        </p:spPr>
        <p:txBody>
          <a:bodyPr/>
          <a:lstStyle/>
          <a:p>
            <a:pPr>
              <a:defRPr/>
            </a:pPr>
            <a:r>
              <a:rPr lang="es-AR" dirty="0" smtClean="0"/>
              <a:t>Vectores - Manejo de índices</a:t>
            </a:r>
          </a:p>
        </p:txBody>
      </p:sp>
      <p:sp>
        <p:nvSpPr>
          <p:cNvPr id="31749" name="Rectangle 3"/>
          <p:cNvSpPr>
            <a:spLocks noGrp="1" noChangeArrowheads="1"/>
          </p:cNvSpPr>
          <p:nvPr>
            <p:ph type="body" idx="1"/>
          </p:nvPr>
        </p:nvSpPr>
        <p:spPr>
          <a:xfrm>
            <a:off x="827584" y="1052736"/>
            <a:ext cx="7543800" cy="4968552"/>
          </a:xfrm>
        </p:spPr>
        <p:txBody>
          <a:bodyPr/>
          <a:lstStyle/>
          <a:p>
            <a:pPr lvl="1" indent="-657225">
              <a:buFontTx/>
              <a:buNone/>
            </a:pPr>
            <a:r>
              <a:rPr lang="es-AR" sz="2000" dirty="0" smtClean="0"/>
              <a:t>Ej3: </a:t>
            </a:r>
            <a:r>
              <a:rPr lang="es-AR" sz="2000" dirty="0" err="1" smtClean="0"/>
              <a:t>const</a:t>
            </a:r>
            <a:endParaRPr lang="es-AR" sz="2000" dirty="0" smtClean="0"/>
          </a:p>
          <a:p>
            <a:pPr lvl="1">
              <a:buFontTx/>
              <a:buNone/>
            </a:pPr>
            <a:r>
              <a:rPr lang="es-AR" sz="2000" dirty="0" smtClean="0"/>
              <a:t>	longitud = 40;</a:t>
            </a:r>
          </a:p>
          <a:p>
            <a:pPr lvl="1">
              <a:buFontTx/>
              <a:buNone/>
            </a:pPr>
            <a:r>
              <a:rPr lang="es-AR" sz="2000" dirty="0" smtClean="0"/>
              <a:t>	altura = 30;</a:t>
            </a:r>
          </a:p>
          <a:p>
            <a:pPr lvl="1">
              <a:buFontTx/>
              <a:buNone/>
            </a:pPr>
            <a:r>
              <a:rPr lang="es-AR" sz="2000" dirty="0" err="1" smtClean="0"/>
              <a:t>type</a:t>
            </a:r>
            <a:endParaRPr lang="es-AR" sz="2000" dirty="0" smtClean="0"/>
          </a:p>
          <a:p>
            <a:pPr lvl="1">
              <a:buFontTx/>
              <a:buNone/>
            </a:pPr>
            <a:r>
              <a:rPr lang="es-AR" sz="2000" dirty="0" smtClean="0"/>
              <a:t>	horizontal = 1..Longitud;</a:t>
            </a:r>
          </a:p>
          <a:p>
            <a:pPr lvl="1">
              <a:buFontTx/>
              <a:buNone/>
            </a:pPr>
            <a:r>
              <a:rPr lang="es-AR" sz="2000" dirty="0" smtClean="0"/>
              <a:t>	</a:t>
            </a:r>
            <a:r>
              <a:rPr lang="es-AR" sz="2000" dirty="0" err="1" smtClean="0"/>
              <a:t>T_Línea</a:t>
            </a:r>
            <a:r>
              <a:rPr lang="es-AR" sz="2000" dirty="0" smtClean="0"/>
              <a:t> = </a:t>
            </a:r>
            <a:r>
              <a:rPr lang="es-AR" sz="2000" dirty="0" err="1" smtClean="0"/>
              <a:t>Array</a:t>
            </a:r>
            <a:r>
              <a:rPr lang="es-AR" sz="2000" dirty="0" smtClean="0"/>
              <a:t> [ horizontal ] of </a:t>
            </a:r>
            <a:r>
              <a:rPr lang="es-AR" sz="2000" dirty="0" err="1" smtClean="0"/>
              <a:t>char</a:t>
            </a:r>
            <a:r>
              <a:rPr lang="es-AR" sz="2000" dirty="0" smtClean="0"/>
              <a:t>; </a:t>
            </a:r>
          </a:p>
          <a:p>
            <a:pPr lvl="1">
              <a:buFontTx/>
              <a:buNone/>
            </a:pPr>
            <a:r>
              <a:rPr lang="es-AR" sz="2000" dirty="0" err="1" smtClean="0"/>
              <a:t>var</a:t>
            </a:r>
            <a:endParaRPr lang="es-AR" sz="2000" dirty="0" smtClean="0"/>
          </a:p>
          <a:p>
            <a:pPr lvl="1">
              <a:buFontTx/>
              <a:buNone/>
            </a:pPr>
            <a:r>
              <a:rPr lang="es-AR" sz="2000" dirty="0" smtClean="0"/>
              <a:t>	</a:t>
            </a:r>
            <a:r>
              <a:rPr lang="es-AR" sz="2000" dirty="0" err="1" smtClean="0"/>
              <a:t>Linea</a:t>
            </a:r>
            <a:r>
              <a:rPr lang="es-AR" sz="2000" dirty="0" smtClean="0"/>
              <a:t>: </a:t>
            </a:r>
            <a:r>
              <a:rPr lang="es-AR" sz="2000" dirty="0" err="1" smtClean="0"/>
              <a:t>T_Linea</a:t>
            </a:r>
            <a:endParaRPr lang="es-AR" sz="2000" dirty="0" smtClean="0"/>
          </a:p>
          <a:p>
            <a:pPr lvl="1">
              <a:buFontTx/>
              <a:buNone/>
            </a:pPr>
            <a:endParaRPr lang="es-AR" sz="2000" dirty="0" smtClean="0"/>
          </a:p>
          <a:p>
            <a:pPr lvl="1">
              <a:buFontTx/>
              <a:buNone/>
            </a:pPr>
            <a:endParaRPr lang="es-AR" sz="2000" dirty="0" smtClean="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4 Marcador de número de diapositiva"/>
          <p:cNvSpPr>
            <a:spLocks noGrp="1"/>
          </p:cNvSpPr>
          <p:nvPr>
            <p:ph type="sldNum" sz="quarter" idx="11"/>
          </p:nvPr>
        </p:nvSpPr>
        <p:spPr>
          <a:noFill/>
        </p:spPr>
        <p:txBody>
          <a:bodyPr/>
          <a:lstStyle/>
          <a:p>
            <a:fld id="{09D7AA50-DDEE-4EB1-8242-282546675D1D}" type="slidenum">
              <a:rPr lang="es-ES"/>
              <a:pPr/>
              <a:t>13</a:t>
            </a:fld>
            <a:endParaRPr lang="es-ES"/>
          </a:p>
        </p:txBody>
      </p:sp>
      <p:sp>
        <p:nvSpPr>
          <p:cNvPr id="29698" name="Rectangle 2"/>
          <p:cNvSpPr>
            <a:spLocks noGrp="1" noChangeArrowheads="1"/>
          </p:cNvSpPr>
          <p:nvPr>
            <p:ph type="title"/>
          </p:nvPr>
        </p:nvSpPr>
        <p:spPr>
          <a:xfrm>
            <a:off x="914400" y="609600"/>
            <a:ext cx="7848600" cy="1143000"/>
          </a:xfrm>
        </p:spPr>
        <p:txBody>
          <a:bodyPr/>
          <a:lstStyle/>
          <a:p>
            <a:pPr>
              <a:defRPr/>
            </a:pPr>
            <a:r>
              <a:rPr lang="es-AR" dirty="0" smtClean="0"/>
              <a:t>Vectores - Manejo de índices</a:t>
            </a:r>
          </a:p>
        </p:txBody>
      </p:sp>
      <p:sp>
        <p:nvSpPr>
          <p:cNvPr id="32773" name="Rectangle 3"/>
          <p:cNvSpPr>
            <a:spLocks noGrp="1" noChangeArrowheads="1"/>
          </p:cNvSpPr>
          <p:nvPr>
            <p:ph type="body" idx="1"/>
          </p:nvPr>
        </p:nvSpPr>
        <p:spPr>
          <a:xfrm>
            <a:off x="914400" y="2057400"/>
            <a:ext cx="7543800" cy="3657600"/>
          </a:xfrm>
        </p:spPr>
        <p:txBody>
          <a:bodyPr/>
          <a:lstStyle/>
          <a:p>
            <a:pPr lvl="1">
              <a:buFontTx/>
              <a:buNone/>
            </a:pPr>
            <a:r>
              <a:rPr lang="es-AR" sz="2000" smtClean="0"/>
              <a:t>Ej4:</a:t>
            </a:r>
          </a:p>
          <a:p>
            <a:pPr lvl="1">
              <a:buFontTx/>
              <a:buNone/>
            </a:pPr>
            <a:r>
              <a:rPr lang="es-AR" sz="2000" smtClean="0"/>
              <a:t>type</a:t>
            </a:r>
          </a:p>
          <a:p>
            <a:pPr lvl="1">
              <a:buFontTx/>
              <a:buNone/>
            </a:pPr>
            <a:r>
              <a:rPr lang="es-AR" sz="2000" smtClean="0"/>
              <a:t>	DiasSemana = (Lunes, Martes, Miercoles,Jueves, Viernes, Sabado, Domingo );</a:t>
            </a:r>
          </a:p>
          <a:p>
            <a:pPr lvl="1">
              <a:buFontTx/>
              <a:buNone/>
            </a:pPr>
            <a:r>
              <a:rPr lang="es-AR" sz="2000" smtClean="0"/>
              <a:t>	T_Dias = array [DiasSemana] of integer;</a:t>
            </a:r>
          </a:p>
          <a:p>
            <a:pPr lvl="1">
              <a:buFontTx/>
              <a:buNone/>
            </a:pPr>
            <a:r>
              <a:rPr lang="es-AR" sz="2000" smtClean="0"/>
              <a:t>var</a:t>
            </a:r>
          </a:p>
          <a:p>
            <a:pPr lvl="1">
              <a:buFontTx/>
              <a:buNone/>
            </a:pPr>
            <a:r>
              <a:rPr lang="es-AR" sz="2000" smtClean="0"/>
              <a:t>	Dias: T_Dias; </a:t>
            </a:r>
          </a:p>
          <a:p>
            <a:pPr lvl="1">
              <a:buFontTx/>
              <a:buNone/>
            </a:pPr>
            <a:endParaRPr lang="es-AR" sz="2000" smtClean="0"/>
          </a:p>
          <a:p>
            <a:pPr lvl="1">
              <a:buFontTx/>
              <a:buNone/>
            </a:pPr>
            <a:endParaRPr lang="es-AR" sz="2000" smtClean="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4 Marcador de número de diapositiva"/>
          <p:cNvSpPr>
            <a:spLocks noGrp="1"/>
          </p:cNvSpPr>
          <p:nvPr>
            <p:ph type="sldNum" sz="quarter" idx="11"/>
          </p:nvPr>
        </p:nvSpPr>
        <p:spPr>
          <a:noFill/>
        </p:spPr>
        <p:txBody>
          <a:bodyPr/>
          <a:lstStyle/>
          <a:p>
            <a:fld id="{4E4E8028-D2B4-42CA-89ED-7B0C004E45A2}" type="slidenum">
              <a:rPr lang="es-ES"/>
              <a:pPr/>
              <a:t>14</a:t>
            </a:fld>
            <a:endParaRPr lang="es-ES"/>
          </a:p>
        </p:txBody>
      </p:sp>
      <p:sp>
        <p:nvSpPr>
          <p:cNvPr id="30722" name="Rectangle 2"/>
          <p:cNvSpPr>
            <a:spLocks noGrp="1" noChangeArrowheads="1"/>
          </p:cNvSpPr>
          <p:nvPr>
            <p:ph type="title"/>
          </p:nvPr>
        </p:nvSpPr>
        <p:spPr>
          <a:xfrm>
            <a:off x="971600" y="116632"/>
            <a:ext cx="7315200" cy="1143000"/>
          </a:xfrm>
        </p:spPr>
        <p:txBody>
          <a:bodyPr/>
          <a:lstStyle/>
          <a:p>
            <a:pPr>
              <a:defRPr/>
            </a:pPr>
            <a:r>
              <a:rPr lang="es-AR" dirty="0" smtClean="0"/>
              <a:t>Vectores - Operaciones</a:t>
            </a:r>
          </a:p>
        </p:txBody>
      </p:sp>
      <p:sp>
        <p:nvSpPr>
          <p:cNvPr id="33797" name="Rectangle 3"/>
          <p:cNvSpPr>
            <a:spLocks noGrp="1" noChangeArrowheads="1"/>
          </p:cNvSpPr>
          <p:nvPr>
            <p:ph type="body" idx="1"/>
          </p:nvPr>
        </p:nvSpPr>
        <p:spPr>
          <a:xfrm>
            <a:off x="899592" y="980728"/>
            <a:ext cx="7543800" cy="5040560"/>
          </a:xfrm>
        </p:spPr>
        <p:txBody>
          <a:bodyPr/>
          <a:lstStyle/>
          <a:p>
            <a:r>
              <a:rPr lang="es-AR" dirty="0" smtClean="0"/>
              <a:t>Con la siguiente declaración:</a:t>
            </a:r>
          </a:p>
          <a:p>
            <a:pPr lvl="1">
              <a:buFontTx/>
              <a:buNone/>
            </a:pPr>
            <a:r>
              <a:rPr lang="es-AR" sz="2000" dirty="0" err="1" smtClean="0"/>
              <a:t>type</a:t>
            </a:r>
            <a:endParaRPr lang="es-AR" sz="2000" dirty="0" smtClean="0"/>
          </a:p>
          <a:p>
            <a:pPr lvl="1">
              <a:buFontTx/>
              <a:buNone/>
            </a:pPr>
            <a:r>
              <a:rPr lang="es-AR" sz="2000" dirty="0" smtClean="0"/>
              <a:t>		</a:t>
            </a:r>
            <a:r>
              <a:rPr lang="es-AR" sz="2000" dirty="0" err="1" smtClean="0"/>
              <a:t>T_Notas</a:t>
            </a:r>
            <a:r>
              <a:rPr lang="es-AR" sz="2000" dirty="0" smtClean="0"/>
              <a:t> = </a:t>
            </a:r>
            <a:r>
              <a:rPr lang="es-AR" sz="2000" dirty="0" err="1" smtClean="0"/>
              <a:t>array</a:t>
            </a:r>
            <a:r>
              <a:rPr lang="es-AR" sz="2000" dirty="0" smtClean="0"/>
              <a:t> [1..30] of </a:t>
            </a:r>
            <a:r>
              <a:rPr lang="es-AR" sz="2000" dirty="0" err="1" smtClean="0"/>
              <a:t>integer</a:t>
            </a:r>
            <a:r>
              <a:rPr lang="es-AR" sz="2000" dirty="0" smtClean="0"/>
              <a:t>;</a:t>
            </a:r>
          </a:p>
          <a:p>
            <a:pPr lvl="1">
              <a:buFontTx/>
              <a:buNone/>
            </a:pPr>
            <a:r>
              <a:rPr lang="es-AR" sz="2000" dirty="0" err="1" smtClean="0"/>
              <a:t>var</a:t>
            </a:r>
            <a:endParaRPr lang="es-AR" sz="2000" dirty="0" smtClean="0"/>
          </a:p>
          <a:p>
            <a:pPr lvl="1">
              <a:buFontTx/>
              <a:buNone/>
            </a:pPr>
            <a:r>
              <a:rPr lang="es-AR" sz="2000" dirty="0" smtClean="0"/>
              <a:t>	Notas: </a:t>
            </a:r>
            <a:r>
              <a:rPr lang="es-AR" sz="2000" dirty="0" err="1" smtClean="0"/>
              <a:t>T_Notas</a:t>
            </a:r>
            <a:r>
              <a:rPr lang="es-AR" sz="2000" dirty="0" smtClean="0"/>
              <a:t>;</a:t>
            </a:r>
          </a:p>
          <a:p>
            <a:r>
              <a:rPr lang="es-AR" sz="2500" dirty="0" smtClean="0"/>
              <a:t>Lectura de un vector</a:t>
            </a:r>
          </a:p>
          <a:p>
            <a:pPr>
              <a:buFontTx/>
              <a:buNone/>
            </a:pPr>
            <a:r>
              <a:rPr lang="es-AR" sz="1800" dirty="0" smtClean="0"/>
              <a:t>		</a:t>
            </a:r>
            <a:r>
              <a:rPr lang="es-AR" sz="1800" dirty="0" err="1" smtClean="0"/>
              <a:t>for</a:t>
            </a:r>
            <a:r>
              <a:rPr lang="es-AR" sz="1800" dirty="0" smtClean="0"/>
              <a:t>  i:= 1 </a:t>
            </a:r>
            <a:r>
              <a:rPr lang="es-AR" sz="1800" dirty="0" err="1" smtClean="0"/>
              <a:t>to</a:t>
            </a:r>
            <a:r>
              <a:rPr lang="es-AR" sz="1800" dirty="0" smtClean="0"/>
              <a:t> 30 do </a:t>
            </a:r>
          </a:p>
          <a:p>
            <a:pPr>
              <a:spcBef>
                <a:spcPct val="15000"/>
              </a:spcBef>
              <a:buFontTx/>
              <a:buNone/>
            </a:pPr>
            <a:r>
              <a:rPr lang="es-AR" sz="1800" dirty="0" smtClean="0"/>
              <a:t>			</a:t>
            </a:r>
            <a:r>
              <a:rPr lang="es-AR" sz="1800" dirty="0" err="1" smtClean="0"/>
              <a:t>read</a:t>
            </a:r>
            <a:r>
              <a:rPr lang="es-AR" sz="1800" dirty="0" smtClean="0"/>
              <a:t>(Notas[i] );</a:t>
            </a:r>
          </a:p>
          <a:p>
            <a:r>
              <a:rPr lang="es-AR" sz="2500" dirty="0"/>
              <a:t>Escritura de un vector</a:t>
            </a:r>
          </a:p>
          <a:p>
            <a:pPr>
              <a:buNone/>
            </a:pPr>
            <a:r>
              <a:rPr lang="es-AR" sz="2000" dirty="0"/>
              <a:t>		</a:t>
            </a:r>
            <a:r>
              <a:rPr lang="es-AR" sz="1800" dirty="0" err="1"/>
              <a:t>for</a:t>
            </a:r>
            <a:r>
              <a:rPr lang="es-AR" sz="1800" dirty="0"/>
              <a:t>  i:= 1 </a:t>
            </a:r>
            <a:r>
              <a:rPr lang="es-AR" sz="1800" dirty="0" err="1"/>
              <a:t>to</a:t>
            </a:r>
            <a:r>
              <a:rPr lang="es-AR" sz="1800" dirty="0"/>
              <a:t> 30 do </a:t>
            </a:r>
          </a:p>
          <a:p>
            <a:pPr>
              <a:spcBef>
                <a:spcPct val="15000"/>
              </a:spcBef>
              <a:buNone/>
            </a:pPr>
            <a:r>
              <a:rPr lang="es-AR" sz="1800" dirty="0"/>
              <a:t>			</a:t>
            </a:r>
            <a:r>
              <a:rPr lang="es-AR" sz="1800" dirty="0" err="1"/>
              <a:t>writeln</a:t>
            </a:r>
            <a:r>
              <a:rPr lang="es-AR" sz="1800" dirty="0"/>
              <a:t>(Notas[i] </a:t>
            </a:r>
            <a:r>
              <a:rPr lang="es-AR" sz="1800" dirty="0" smtClean="0"/>
              <a:t>);</a:t>
            </a:r>
            <a:endParaRPr lang="es-AR" sz="1800"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4 Marcador de número de diapositiva"/>
          <p:cNvSpPr>
            <a:spLocks noGrp="1"/>
          </p:cNvSpPr>
          <p:nvPr>
            <p:ph type="sldNum" sz="quarter" idx="11"/>
          </p:nvPr>
        </p:nvSpPr>
        <p:spPr>
          <a:noFill/>
        </p:spPr>
        <p:txBody>
          <a:bodyPr/>
          <a:lstStyle/>
          <a:p>
            <a:fld id="{DC00BA66-3615-411A-81A3-C3B6388E5C7B}" type="slidenum">
              <a:rPr lang="es-ES"/>
              <a:pPr/>
              <a:t>15</a:t>
            </a:fld>
            <a:endParaRPr lang="es-ES"/>
          </a:p>
        </p:txBody>
      </p:sp>
      <p:sp>
        <p:nvSpPr>
          <p:cNvPr id="32770" name="Rectangle 2"/>
          <p:cNvSpPr>
            <a:spLocks noGrp="1" noChangeArrowheads="1"/>
          </p:cNvSpPr>
          <p:nvPr>
            <p:ph type="title"/>
          </p:nvPr>
        </p:nvSpPr>
        <p:spPr>
          <a:xfrm>
            <a:off x="899592" y="332656"/>
            <a:ext cx="7315200" cy="1143000"/>
          </a:xfrm>
        </p:spPr>
        <p:txBody>
          <a:bodyPr/>
          <a:lstStyle/>
          <a:p>
            <a:pPr>
              <a:defRPr/>
            </a:pPr>
            <a:r>
              <a:rPr lang="es-AR" dirty="0" smtClean="0"/>
              <a:t>Vectores - Operaciones</a:t>
            </a:r>
          </a:p>
        </p:txBody>
      </p:sp>
      <p:sp>
        <p:nvSpPr>
          <p:cNvPr id="35845" name="Rectangle 3"/>
          <p:cNvSpPr>
            <a:spLocks noGrp="1" noChangeArrowheads="1"/>
          </p:cNvSpPr>
          <p:nvPr>
            <p:ph type="body" idx="1"/>
          </p:nvPr>
        </p:nvSpPr>
        <p:spPr>
          <a:xfrm>
            <a:off x="899592" y="1340768"/>
            <a:ext cx="7543800" cy="5040560"/>
          </a:xfrm>
        </p:spPr>
        <p:txBody>
          <a:bodyPr/>
          <a:lstStyle/>
          <a:p>
            <a:r>
              <a:rPr lang="es-AR" dirty="0" smtClean="0"/>
              <a:t>Con la siguiente declaración:</a:t>
            </a:r>
          </a:p>
          <a:p>
            <a:pPr lvl="1">
              <a:buFontTx/>
              <a:buNone/>
            </a:pPr>
            <a:r>
              <a:rPr lang="es-AR" sz="2000" dirty="0" err="1" smtClean="0"/>
              <a:t>type</a:t>
            </a:r>
            <a:endParaRPr lang="es-AR" sz="2000" dirty="0" smtClean="0"/>
          </a:p>
          <a:p>
            <a:pPr lvl="1">
              <a:buFontTx/>
              <a:buNone/>
            </a:pPr>
            <a:r>
              <a:rPr lang="es-AR" sz="2000" dirty="0" smtClean="0"/>
              <a:t>		</a:t>
            </a:r>
            <a:r>
              <a:rPr lang="es-AR" sz="2000" dirty="0" err="1" smtClean="0"/>
              <a:t>T_Notas</a:t>
            </a:r>
            <a:r>
              <a:rPr lang="es-AR" sz="2000" dirty="0" smtClean="0"/>
              <a:t> = </a:t>
            </a:r>
            <a:r>
              <a:rPr lang="es-AR" sz="2000" dirty="0" err="1" smtClean="0"/>
              <a:t>array</a:t>
            </a:r>
            <a:r>
              <a:rPr lang="es-AR" sz="2000" dirty="0" smtClean="0"/>
              <a:t> [1..30] of </a:t>
            </a:r>
            <a:r>
              <a:rPr lang="es-AR" sz="2000" dirty="0" err="1" smtClean="0"/>
              <a:t>integer</a:t>
            </a:r>
            <a:r>
              <a:rPr lang="es-AR" sz="2000" dirty="0" smtClean="0"/>
              <a:t>;</a:t>
            </a:r>
          </a:p>
          <a:p>
            <a:pPr lvl="1">
              <a:buFontTx/>
              <a:buNone/>
            </a:pPr>
            <a:r>
              <a:rPr lang="es-AR" sz="2000" dirty="0" err="1" smtClean="0"/>
              <a:t>var</a:t>
            </a:r>
            <a:endParaRPr lang="es-AR" sz="2000" dirty="0" smtClean="0"/>
          </a:p>
          <a:p>
            <a:pPr lvl="1">
              <a:buFontTx/>
              <a:buNone/>
            </a:pPr>
            <a:r>
              <a:rPr lang="es-AR" sz="2000" dirty="0" smtClean="0"/>
              <a:t>	Notas, </a:t>
            </a:r>
            <a:r>
              <a:rPr lang="es-AR" sz="2000" dirty="0" err="1" smtClean="0"/>
              <a:t>Aux_Notas</a:t>
            </a:r>
            <a:r>
              <a:rPr lang="es-AR" sz="2000" dirty="0" smtClean="0"/>
              <a:t>: </a:t>
            </a:r>
            <a:r>
              <a:rPr lang="es-AR" sz="2000" dirty="0" err="1" smtClean="0"/>
              <a:t>T_Notas</a:t>
            </a:r>
            <a:r>
              <a:rPr lang="es-AR" sz="2000" dirty="0" smtClean="0"/>
              <a:t>;</a:t>
            </a:r>
            <a:r>
              <a:rPr lang="es-AR" sz="2400" dirty="0" smtClean="0">
                <a:latin typeface="Arial" charset="0"/>
              </a:rPr>
              <a:t> </a:t>
            </a:r>
          </a:p>
          <a:p>
            <a:pPr lvl="1">
              <a:buFontTx/>
              <a:buNone/>
            </a:pPr>
            <a:r>
              <a:rPr lang="es-AR" sz="2400" dirty="0" smtClean="0">
                <a:latin typeface="Arial" charset="0"/>
              </a:rPr>
              <a:t>Copia de vectores</a:t>
            </a:r>
          </a:p>
          <a:p>
            <a:pPr>
              <a:buFontTx/>
              <a:buNone/>
            </a:pPr>
            <a:r>
              <a:rPr lang="es-AR" sz="1800" dirty="0" smtClean="0"/>
              <a:t>		</a:t>
            </a:r>
            <a:r>
              <a:rPr lang="es-AR" sz="1800" dirty="0" err="1" smtClean="0"/>
              <a:t>for</a:t>
            </a:r>
            <a:r>
              <a:rPr lang="es-AR" sz="1800" dirty="0" smtClean="0"/>
              <a:t>  i:= 1 </a:t>
            </a:r>
            <a:r>
              <a:rPr lang="es-AR" sz="1800" dirty="0" err="1" smtClean="0"/>
              <a:t>to</a:t>
            </a:r>
            <a:r>
              <a:rPr lang="es-AR" sz="1800" dirty="0" smtClean="0"/>
              <a:t> 30 do </a:t>
            </a:r>
          </a:p>
          <a:p>
            <a:pPr>
              <a:spcBef>
                <a:spcPct val="15000"/>
              </a:spcBef>
              <a:buFontTx/>
              <a:buNone/>
            </a:pPr>
            <a:r>
              <a:rPr lang="es-AR" sz="1800" dirty="0" smtClean="0"/>
              <a:t>			</a:t>
            </a:r>
            <a:r>
              <a:rPr lang="es-AR" sz="1800" dirty="0" err="1" smtClean="0"/>
              <a:t>Aux_Notas</a:t>
            </a:r>
            <a:r>
              <a:rPr lang="es-AR" sz="1800" dirty="0" smtClean="0"/>
              <a:t>[i]:= Notas[i];</a:t>
            </a:r>
          </a:p>
          <a:p>
            <a:pPr>
              <a:spcBef>
                <a:spcPct val="15000"/>
              </a:spcBef>
              <a:buFontTx/>
              <a:buNone/>
            </a:pPr>
            <a:endParaRPr lang="es-AR" sz="1800" dirty="0" smtClean="0"/>
          </a:p>
          <a:p>
            <a:pPr>
              <a:spcBef>
                <a:spcPct val="15000"/>
              </a:spcBef>
              <a:buFontTx/>
              <a:buNone/>
            </a:pPr>
            <a:r>
              <a:rPr lang="es-AR" sz="1800" dirty="0" smtClean="0"/>
              <a:t>	</a:t>
            </a:r>
            <a:r>
              <a:rPr lang="es-AR" sz="1800" b="1" dirty="0" smtClean="0">
                <a:solidFill>
                  <a:srgbClr val="C00000"/>
                </a:solidFill>
              </a:rPr>
              <a:t>o bien:  </a:t>
            </a:r>
            <a:r>
              <a:rPr lang="es-AR" sz="1800" dirty="0" err="1" smtClean="0"/>
              <a:t>Aux_Notas</a:t>
            </a:r>
            <a:r>
              <a:rPr lang="es-AR" sz="1800" dirty="0" smtClean="0"/>
              <a:t>:=Notas;</a:t>
            </a:r>
          </a:p>
          <a:p>
            <a:pPr>
              <a:spcBef>
                <a:spcPct val="15000"/>
              </a:spcBef>
              <a:buFontTx/>
              <a:buNone/>
            </a:pPr>
            <a:endParaRPr lang="es-AR" sz="1800" dirty="0" smtClean="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4 Marcador de número de diapositiva"/>
          <p:cNvSpPr>
            <a:spLocks noGrp="1"/>
          </p:cNvSpPr>
          <p:nvPr>
            <p:ph type="sldNum" sz="quarter" idx="11"/>
          </p:nvPr>
        </p:nvSpPr>
        <p:spPr>
          <a:noFill/>
        </p:spPr>
        <p:txBody>
          <a:bodyPr/>
          <a:lstStyle/>
          <a:p>
            <a:fld id="{AF50C1FB-0B20-4F9F-8C75-509E7102AFA9}" type="slidenum">
              <a:rPr lang="es-ES"/>
              <a:pPr/>
              <a:t>16</a:t>
            </a:fld>
            <a:endParaRPr lang="es-ES" dirty="0"/>
          </a:p>
        </p:txBody>
      </p:sp>
      <p:sp>
        <p:nvSpPr>
          <p:cNvPr id="18434" name="Rectangle 2"/>
          <p:cNvSpPr>
            <a:spLocks noGrp="1" noChangeArrowheads="1"/>
          </p:cNvSpPr>
          <p:nvPr>
            <p:ph type="title"/>
          </p:nvPr>
        </p:nvSpPr>
        <p:spPr>
          <a:xfrm>
            <a:off x="971600" y="548680"/>
            <a:ext cx="7315200" cy="1143000"/>
          </a:xfrm>
        </p:spPr>
        <p:txBody>
          <a:bodyPr/>
          <a:lstStyle/>
          <a:p>
            <a:pPr>
              <a:defRPr/>
            </a:pPr>
            <a:r>
              <a:rPr lang="es-AR" dirty="0" smtClean="0">
                <a:solidFill>
                  <a:srgbClr val="000000"/>
                </a:solidFill>
              </a:rPr>
              <a:t>Vectores</a:t>
            </a:r>
          </a:p>
        </p:txBody>
      </p:sp>
      <p:sp>
        <p:nvSpPr>
          <p:cNvPr id="21510" name="Text Box 4"/>
          <p:cNvSpPr txBox="1">
            <a:spLocks noChangeArrowheads="1"/>
          </p:cNvSpPr>
          <p:nvPr/>
        </p:nvSpPr>
        <p:spPr bwMode="auto">
          <a:xfrm>
            <a:off x="1122859" y="1565275"/>
            <a:ext cx="6048672" cy="457200"/>
          </a:xfrm>
          <a:prstGeom prst="rect">
            <a:avLst/>
          </a:prstGeom>
          <a:noFill/>
          <a:ln w="9525">
            <a:noFill/>
            <a:miter lim="800000"/>
            <a:headEnd/>
            <a:tailEnd/>
          </a:ln>
        </p:spPr>
        <p:txBody>
          <a:bodyPr wrap="square">
            <a:spAutoFit/>
          </a:bodyPr>
          <a:lstStyle/>
          <a:p>
            <a:r>
              <a:rPr lang="es-AR" dirty="0" err="1" smtClean="0">
                <a:solidFill>
                  <a:srgbClr val="000000"/>
                </a:solidFill>
                <a:latin typeface="Tahoma" pitchFamily="34" charset="0"/>
              </a:rPr>
              <a:t>Mi_vector</a:t>
            </a:r>
            <a:r>
              <a:rPr lang="es-AR" dirty="0" smtClean="0">
                <a:solidFill>
                  <a:srgbClr val="000000"/>
                </a:solidFill>
                <a:latin typeface="Tahoma" pitchFamily="34" charset="0"/>
              </a:rPr>
              <a:t> : arreglo (1..7) de enteros</a:t>
            </a:r>
            <a:endParaRPr lang="es-AR" dirty="0">
              <a:solidFill>
                <a:srgbClr val="000000"/>
              </a:solidFill>
            </a:endParaRPr>
          </a:p>
        </p:txBody>
      </p:sp>
      <p:sp>
        <p:nvSpPr>
          <p:cNvPr id="21511" name="AutoShape 5"/>
          <p:cNvSpPr>
            <a:spLocks noChangeArrowheads="1"/>
          </p:cNvSpPr>
          <p:nvPr/>
        </p:nvSpPr>
        <p:spPr bwMode="auto">
          <a:xfrm>
            <a:off x="1122859" y="2403376"/>
            <a:ext cx="1412777" cy="627013"/>
          </a:xfrm>
          <a:prstGeom prst="wedgeRectCallout">
            <a:avLst>
              <a:gd name="adj1" fmla="val -5593"/>
              <a:gd name="adj2" fmla="val -109774"/>
            </a:avLst>
          </a:prstGeom>
          <a:solidFill>
            <a:schemeClr val="tx1"/>
          </a:solidFill>
          <a:ln w="9525">
            <a:solidFill>
              <a:schemeClr val="tx1"/>
            </a:solidFill>
            <a:miter lim="800000"/>
            <a:headEnd/>
            <a:tailEnd/>
          </a:ln>
        </p:spPr>
        <p:txBody>
          <a:bodyPr wrap="none" anchor="t"/>
          <a:lstStyle/>
          <a:p>
            <a:r>
              <a:rPr lang="es-AR" sz="1800" dirty="0">
                <a:solidFill>
                  <a:srgbClr val="000000"/>
                </a:solidFill>
                <a:latin typeface="Tahoma" pitchFamily="34" charset="0"/>
              </a:rPr>
              <a:t>Nombre de </a:t>
            </a:r>
          </a:p>
          <a:p>
            <a:r>
              <a:rPr lang="es-AR" sz="1800" dirty="0">
                <a:solidFill>
                  <a:srgbClr val="000000"/>
                </a:solidFill>
                <a:latin typeface="Tahoma" pitchFamily="34" charset="0"/>
              </a:rPr>
              <a:t>la variable</a:t>
            </a:r>
            <a:endParaRPr lang="es-AR" dirty="0">
              <a:solidFill>
                <a:srgbClr val="000000"/>
              </a:solidFill>
            </a:endParaRPr>
          </a:p>
        </p:txBody>
      </p:sp>
      <p:grpSp>
        <p:nvGrpSpPr>
          <p:cNvPr id="21512" name="Group 6"/>
          <p:cNvGrpSpPr>
            <a:grpSpLocks/>
          </p:cNvGrpSpPr>
          <p:nvPr/>
        </p:nvGrpSpPr>
        <p:grpSpPr bwMode="auto">
          <a:xfrm>
            <a:off x="4702968" y="3403453"/>
            <a:ext cx="2474913" cy="466725"/>
            <a:chOff x="1536" y="2016"/>
            <a:chExt cx="1559" cy="294"/>
          </a:xfrm>
        </p:grpSpPr>
        <p:sp>
          <p:nvSpPr>
            <p:cNvPr id="21515" name="Text Box 7"/>
            <p:cNvSpPr txBox="1">
              <a:spLocks noChangeArrowheads="1"/>
            </p:cNvSpPr>
            <p:nvPr/>
          </p:nvSpPr>
          <p:spPr bwMode="auto">
            <a:xfrm>
              <a:off x="1536" y="2016"/>
              <a:ext cx="227" cy="294"/>
            </a:xfrm>
            <a:prstGeom prst="rect">
              <a:avLst/>
            </a:prstGeom>
            <a:solidFill>
              <a:schemeClr val="tx1"/>
            </a:solidFill>
            <a:ln w="9525">
              <a:solidFill>
                <a:srgbClr val="000000"/>
              </a:solidFill>
              <a:miter lim="800000"/>
              <a:headEnd/>
              <a:tailEnd/>
            </a:ln>
          </p:spPr>
          <p:txBody>
            <a:bodyPr wrap="none">
              <a:spAutoFit/>
            </a:bodyPr>
            <a:lstStyle/>
            <a:p>
              <a:r>
                <a:rPr lang="es-AR">
                  <a:solidFill>
                    <a:srgbClr val="000000"/>
                  </a:solidFill>
                  <a:latin typeface="Tahoma" pitchFamily="34" charset="0"/>
                </a:rPr>
                <a:t>9</a:t>
              </a:r>
            </a:p>
          </p:txBody>
        </p:sp>
        <p:sp>
          <p:nvSpPr>
            <p:cNvPr id="21516" name="Text Box 8"/>
            <p:cNvSpPr txBox="1">
              <a:spLocks noChangeArrowheads="1"/>
            </p:cNvSpPr>
            <p:nvPr/>
          </p:nvSpPr>
          <p:spPr bwMode="auto">
            <a:xfrm>
              <a:off x="2868" y="2016"/>
              <a:ext cx="227" cy="294"/>
            </a:xfrm>
            <a:prstGeom prst="rect">
              <a:avLst/>
            </a:prstGeom>
            <a:solidFill>
              <a:schemeClr val="tx1"/>
            </a:solidFill>
            <a:ln w="9525">
              <a:solidFill>
                <a:srgbClr val="000000"/>
              </a:solidFill>
              <a:miter lim="800000"/>
              <a:headEnd/>
              <a:tailEnd/>
            </a:ln>
          </p:spPr>
          <p:txBody>
            <a:bodyPr wrap="none">
              <a:spAutoFit/>
            </a:bodyPr>
            <a:lstStyle/>
            <a:p>
              <a:r>
                <a:rPr lang="es-AR">
                  <a:solidFill>
                    <a:srgbClr val="000000"/>
                  </a:solidFill>
                  <a:latin typeface="Tahoma" pitchFamily="34" charset="0"/>
                </a:rPr>
                <a:t>3</a:t>
              </a:r>
            </a:p>
          </p:txBody>
        </p:sp>
        <p:sp>
          <p:nvSpPr>
            <p:cNvPr id="21517" name="Text Box 9"/>
            <p:cNvSpPr txBox="1">
              <a:spLocks noChangeArrowheads="1"/>
            </p:cNvSpPr>
            <p:nvPr/>
          </p:nvSpPr>
          <p:spPr bwMode="auto">
            <a:xfrm>
              <a:off x="1758" y="2016"/>
              <a:ext cx="227" cy="294"/>
            </a:xfrm>
            <a:prstGeom prst="rect">
              <a:avLst/>
            </a:prstGeom>
            <a:solidFill>
              <a:schemeClr val="tx1"/>
            </a:solidFill>
            <a:ln w="9525">
              <a:solidFill>
                <a:srgbClr val="000000"/>
              </a:solidFill>
              <a:miter lim="800000"/>
              <a:headEnd/>
              <a:tailEnd/>
            </a:ln>
          </p:spPr>
          <p:txBody>
            <a:bodyPr wrap="none">
              <a:spAutoFit/>
            </a:bodyPr>
            <a:lstStyle/>
            <a:p>
              <a:r>
                <a:rPr lang="es-AR">
                  <a:solidFill>
                    <a:srgbClr val="000000"/>
                  </a:solidFill>
                  <a:latin typeface="Tahoma" pitchFamily="34" charset="0"/>
                </a:rPr>
                <a:t>5</a:t>
              </a:r>
            </a:p>
          </p:txBody>
        </p:sp>
        <p:sp>
          <p:nvSpPr>
            <p:cNvPr id="21518" name="Text Box 10"/>
            <p:cNvSpPr txBox="1">
              <a:spLocks noChangeArrowheads="1"/>
            </p:cNvSpPr>
            <p:nvPr/>
          </p:nvSpPr>
          <p:spPr bwMode="auto">
            <a:xfrm>
              <a:off x="2424" y="2016"/>
              <a:ext cx="227" cy="294"/>
            </a:xfrm>
            <a:prstGeom prst="rect">
              <a:avLst/>
            </a:prstGeom>
            <a:solidFill>
              <a:schemeClr val="tx1"/>
            </a:solidFill>
            <a:ln w="9525">
              <a:solidFill>
                <a:srgbClr val="000000"/>
              </a:solidFill>
              <a:miter lim="800000"/>
              <a:headEnd/>
              <a:tailEnd/>
            </a:ln>
          </p:spPr>
          <p:txBody>
            <a:bodyPr wrap="none">
              <a:spAutoFit/>
            </a:bodyPr>
            <a:lstStyle/>
            <a:p>
              <a:r>
                <a:rPr lang="es-AR">
                  <a:solidFill>
                    <a:srgbClr val="000000"/>
                  </a:solidFill>
                  <a:latin typeface="Tahoma" pitchFamily="34" charset="0"/>
                </a:rPr>
                <a:t>4</a:t>
              </a:r>
            </a:p>
          </p:txBody>
        </p:sp>
        <p:sp>
          <p:nvSpPr>
            <p:cNvPr id="21519" name="Text Box 11"/>
            <p:cNvSpPr txBox="1">
              <a:spLocks noChangeArrowheads="1"/>
            </p:cNvSpPr>
            <p:nvPr/>
          </p:nvSpPr>
          <p:spPr bwMode="auto">
            <a:xfrm>
              <a:off x="2646" y="2016"/>
              <a:ext cx="227" cy="294"/>
            </a:xfrm>
            <a:prstGeom prst="rect">
              <a:avLst/>
            </a:prstGeom>
            <a:solidFill>
              <a:schemeClr val="tx1"/>
            </a:solidFill>
            <a:ln w="9525">
              <a:solidFill>
                <a:srgbClr val="000000"/>
              </a:solidFill>
              <a:miter lim="800000"/>
              <a:headEnd/>
              <a:tailEnd/>
            </a:ln>
          </p:spPr>
          <p:txBody>
            <a:bodyPr wrap="none">
              <a:spAutoFit/>
            </a:bodyPr>
            <a:lstStyle/>
            <a:p>
              <a:r>
                <a:rPr lang="es-AR">
                  <a:solidFill>
                    <a:srgbClr val="000000"/>
                  </a:solidFill>
                  <a:latin typeface="Tahoma" pitchFamily="34" charset="0"/>
                </a:rPr>
                <a:t>8</a:t>
              </a:r>
            </a:p>
          </p:txBody>
        </p:sp>
        <p:sp>
          <p:nvSpPr>
            <p:cNvPr id="21520" name="Text Box 12"/>
            <p:cNvSpPr txBox="1">
              <a:spLocks noChangeArrowheads="1"/>
            </p:cNvSpPr>
            <p:nvPr/>
          </p:nvSpPr>
          <p:spPr bwMode="auto">
            <a:xfrm>
              <a:off x="2202" y="2016"/>
              <a:ext cx="227" cy="294"/>
            </a:xfrm>
            <a:prstGeom prst="rect">
              <a:avLst/>
            </a:prstGeom>
            <a:solidFill>
              <a:schemeClr val="tx1"/>
            </a:solidFill>
            <a:ln w="9525">
              <a:solidFill>
                <a:srgbClr val="000000"/>
              </a:solidFill>
              <a:miter lim="800000"/>
              <a:headEnd/>
              <a:tailEnd/>
            </a:ln>
          </p:spPr>
          <p:txBody>
            <a:bodyPr wrap="none">
              <a:spAutoFit/>
            </a:bodyPr>
            <a:lstStyle/>
            <a:p>
              <a:r>
                <a:rPr lang="es-AR">
                  <a:solidFill>
                    <a:srgbClr val="000000"/>
                  </a:solidFill>
                  <a:latin typeface="Tahoma" pitchFamily="34" charset="0"/>
                </a:rPr>
                <a:t>2</a:t>
              </a:r>
            </a:p>
          </p:txBody>
        </p:sp>
        <p:sp>
          <p:nvSpPr>
            <p:cNvPr id="21521" name="Text Box 13"/>
            <p:cNvSpPr txBox="1">
              <a:spLocks noChangeArrowheads="1"/>
            </p:cNvSpPr>
            <p:nvPr/>
          </p:nvSpPr>
          <p:spPr bwMode="auto">
            <a:xfrm>
              <a:off x="1980" y="2016"/>
              <a:ext cx="227" cy="294"/>
            </a:xfrm>
            <a:prstGeom prst="rect">
              <a:avLst/>
            </a:prstGeom>
            <a:solidFill>
              <a:schemeClr val="tx1"/>
            </a:solidFill>
            <a:ln w="9525">
              <a:solidFill>
                <a:srgbClr val="000000"/>
              </a:solidFill>
              <a:miter lim="800000"/>
              <a:headEnd/>
              <a:tailEnd/>
            </a:ln>
          </p:spPr>
          <p:txBody>
            <a:bodyPr wrap="none">
              <a:spAutoFit/>
            </a:bodyPr>
            <a:lstStyle/>
            <a:p>
              <a:r>
                <a:rPr lang="es-AR">
                  <a:solidFill>
                    <a:srgbClr val="000000"/>
                  </a:solidFill>
                  <a:latin typeface="Tahoma" pitchFamily="34" charset="0"/>
                </a:rPr>
                <a:t>6</a:t>
              </a:r>
            </a:p>
          </p:txBody>
        </p:sp>
      </p:grpSp>
      <p:sp>
        <p:nvSpPr>
          <p:cNvPr id="21514" name="AutoShape 16"/>
          <p:cNvSpPr>
            <a:spLocks noChangeArrowheads="1"/>
          </p:cNvSpPr>
          <p:nvPr/>
        </p:nvSpPr>
        <p:spPr bwMode="auto">
          <a:xfrm flipV="1">
            <a:off x="2514798" y="4941168"/>
            <a:ext cx="3124200" cy="609600"/>
          </a:xfrm>
          <a:prstGeom prst="wedgeRectCallout">
            <a:avLst>
              <a:gd name="adj1" fmla="val 27944"/>
              <a:gd name="adj2" fmla="val 210415"/>
            </a:avLst>
          </a:prstGeom>
          <a:solidFill>
            <a:schemeClr val="tx1"/>
          </a:solidFill>
          <a:ln w="9525">
            <a:solidFill>
              <a:schemeClr val="tx1"/>
            </a:solidFill>
            <a:miter lim="800000"/>
            <a:headEnd/>
            <a:tailEnd/>
          </a:ln>
        </p:spPr>
        <p:txBody>
          <a:bodyPr rot="10800000" wrap="none" anchor="ctr"/>
          <a:lstStyle/>
          <a:p>
            <a:r>
              <a:rPr lang="es-AR" sz="1800" dirty="0">
                <a:solidFill>
                  <a:srgbClr val="000000"/>
                </a:solidFill>
                <a:latin typeface="Tahoma" pitchFamily="34" charset="0"/>
              </a:rPr>
              <a:t>Posición : </a:t>
            </a:r>
            <a:r>
              <a:rPr lang="es-AR" sz="1800" b="1" dirty="0">
                <a:solidFill>
                  <a:srgbClr val="000000"/>
                </a:solidFill>
                <a:latin typeface="Tahoma" pitchFamily="34" charset="0"/>
              </a:rPr>
              <a:t>1</a:t>
            </a:r>
            <a:endParaRPr lang="es-AR" sz="1800" dirty="0">
              <a:solidFill>
                <a:srgbClr val="000000"/>
              </a:solidFill>
              <a:latin typeface="Tahoma" pitchFamily="34" charset="0"/>
            </a:endParaRPr>
          </a:p>
          <a:p>
            <a:pPr algn="ctr"/>
            <a:r>
              <a:rPr lang="es-AR" sz="1800" dirty="0">
                <a:solidFill>
                  <a:srgbClr val="000000"/>
                </a:solidFill>
                <a:latin typeface="Tahoma" pitchFamily="34" charset="0"/>
              </a:rPr>
              <a:t>Contenido :  </a:t>
            </a:r>
            <a:r>
              <a:rPr lang="es-AR" sz="1800" dirty="0" err="1">
                <a:solidFill>
                  <a:srgbClr val="000000"/>
                </a:solidFill>
                <a:latin typeface="Tahoma" pitchFamily="34" charset="0"/>
              </a:rPr>
              <a:t>Mi_vector</a:t>
            </a:r>
            <a:r>
              <a:rPr lang="es-AR" sz="1800" dirty="0">
                <a:solidFill>
                  <a:srgbClr val="000000"/>
                </a:solidFill>
                <a:latin typeface="Tahoma" pitchFamily="34" charset="0"/>
              </a:rPr>
              <a:t>[1] =</a:t>
            </a:r>
            <a:r>
              <a:rPr lang="es-AR" sz="1800" b="1" dirty="0">
                <a:solidFill>
                  <a:srgbClr val="000000"/>
                </a:solidFill>
                <a:latin typeface="Tahoma" pitchFamily="34" charset="0"/>
              </a:rPr>
              <a:t> 9</a:t>
            </a:r>
            <a:r>
              <a:rPr lang="es-AR" sz="1800" dirty="0">
                <a:solidFill>
                  <a:srgbClr val="000000"/>
                </a:solidFill>
                <a:latin typeface="Tahoma" pitchFamily="34" charset="0"/>
              </a:rPr>
              <a:t> </a:t>
            </a:r>
          </a:p>
        </p:txBody>
      </p:sp>
      <p:sp>
        <p:nvSpPr>
          <p:cNvPr id="20" name="AutoShape 5"/>
          <p:cNvSpPr>
            <a:spLocks noChangeArrowheads="1"/>
          </p:cNvSpPr>
          <p:nvPr/>
        </p:nvSpPr>
        <p:spPr bwMode="auto">
          <a:xfrm>
            <a:off x="2954486" y="2445729"/>
            <a:ext cx="3384376" cy="542305"/>
          </a:xfrm>
          <a:prstGeom prst="wedgeRectCallout">
            <a:avLst>
              <a:gd name="adj1" fmla="val -5593"/>
              <a:gd name="adj2" fmla="val -109774"/>
            </a:avLst>
          </a:prstGeom>
          <a:solidFill>
            <a:schemeClr val="tx1"/>
          </a:solidFill>
          <a:ln w="9525">
            <a:solidFill>
              <a:schemeClr val="tx1"/>
            </a:solidFill>
            <a:miter lim="800000"/>
            <a:headEnd/>
            <a:tailEnd/>
          </a:ln>
        </p:spPr>
        <p:txBody>
          <a:bodyPr wrap="none" anchor="ctr"/>
          <a:lstStyle/>
          <a:p>
            <a:pPr algn="ctr"/>
            <a:r>
              <a:rPr lang="es-AR" sz="1800" dirty="0" err="1" smtClean="0">
                <a:solidFill>
                  <a:srgbClr val="000000"/>
                </a:solidFill>
                <a:latin typeface="Tahoma" pitchFamily="34" charset="0"/>
              </a:rPr>
              <a:t>Definicion</a:t>
            </a:r>
            <a:r>
              <a:rPr lang="es-AR" sz="1800" dirty="0" smtClean="0">
                <a:solidFill>
                  <a:srgbClr val="000000"/>
                </a:solidFill>
                <a:latin typeface="Tahoma" pitchFamily="34" charset="0"/>
              </a:rPr>
              <a:t> de la estructura</a:t>
            </a:r>
            <a:endParaRPr lang="es-AR" dirty="0">
              <a:solidFill>
                <a:srgbClr val="000000"/>
              </a:solidFill>
            </a:endParaRPr>
          </a:p>
        </p:txBody>
      </p:sp>
      <p:sp>
        <p:nvSpPr>
          <p:cNvPr id="21" name="AutoShape 5"/>
          <p:cNvSpPr>
            <a:spLocks noChangeArrowheads="1"/>
          </p:cNvSpPr>
          <p:nvPr/>
        </p:nvSpPr>
        <p:spPr bwMode="auto">
          <a:xfrm>
            <a:off x="762819" y="3416512"/>
            <a:ext cx="3384376" cy="542305"/>
          </a:xfrm>
          <a:prstGeom prst="wedgeRectCallout">
            <a:avLst>
              <a:gd name="adj1" fmla="val 63922"/>
              <a:gd name="adj2" fmla="val -4390"/>
            </a:avLst>
          </a:prstGeom>
          <a:solidFill>
            <a:schemeClr val="tx1"/>
          </a:solidFill>
          <a:ln w="9525">
            <a:solidFill>
              <a:schemeClr val="tx1"/>
            </a:solidFill>
            <a:miter lim="800000"/>
            <a:headEnd/>
            <a:tailEnd/>
          </a:ln>
        </p:spPr>
        <p:txBody>
          <a:bodyPr wrap="none" anchor="ctr"/>
          <a:lstStyle/>
          <a:p>
            <a:pPr algn="ctr"/>
            <a:r>
              <a:rPr lang="es-AR" sz="1800" dirty="0" smtClean="0">
                <a:solidFill>
                  <a:srgbClr val="000000"/>
                </a:solidFill>
                <a:latin typeface="Tahoma" pitchFamily="34" charset="0"/>
              </a:rPr>
              <a:t>Estructura </a:t>
            </a:r>
            <a:r>
              <a:rPr lang="es-AR" sz="1800" dirty="0" err="1" smtClean="0">
                <a:solidFill>
                  <a:srgbClr val="000000"/>
                </a:solidFill>
                <a:latin typeface="Tahoma" pitchFamily="34" charset="0"/>
              </a:rPr>
              <a:t>fisica</a:t>
            </a:r>
            <a:r>
              <a:rPr lang="es-AR" sz="1800" dirty="0" smtClean="0">
                <a:solidFill>
                  <a:srgbClr val="000000"/>
                </a:solidFill>
                <a:latin typeface="Tahoma" pitchFamily="34" charset="0"/>
              </a:rPr>
              <a:t> en memoria</a:t>
            </a:r>
            <a:endParaRPr lang="es-AR" dirty="0">
              <a:solidFill>
                <a:srgbClr val="000000"/>
              </a:solidFill>
            </a:endParaRPr>
          </a:p>
        </p:txBody>
      </p:sp>
      <p:sp>
        <p:nvSpPr>
          <p:cNvPr id="22" name="AutoShape 5"/>
          <p:cNvSpPr>
            <a:spLocks noChangeArrowheads="1"/>
          </p:cNvSpPr>
          <p:nvPr/>
        </p:nvSpPr>
        <p:spPr bwMode="auto">
          <a:xfrm>
            <a:off x="611560" y="5661248"/>
            <a:ext cx="7884876" cy="542305"/>
          </a:xfrm>
          <a:prstGeom prst="wedgeRectCallout">
            <a:avLst>
              <a:gd name="adj1" fmla="val 24366"/>
              <a:gd name="adj2" fmla="val -53570"/>
            </a:avLst>
          </a:prstGeom>
          <a:solidFill>
            <a:schemeClr val="tx1"/>
          </a:solidFill>
          <a:ln w="9525">
            <a:solidFill>
              <a:schemeClr val="tx1"/>
            </a:solidFill>
            <a:miter lim="800000"/>
            <a:headEnd/>
            <a:tailEnd/>
          </a:ln>
        </p:spPr>
        <p:txBody>
          <a:bodyPr wrap="none" anchor="ctr"/>
          <a:lstStyle/>
          <a:p>
            <a:pPr algn="ctr"/>
            <a:r>
              <a:rPr lang="es-AR" sz="1800" dirty="0" smtClean="0">
                <a:solidFill>
                  <a:srgbClr val="000000"/>
                </a:solidFill>
                <a:latin typeface="Tahoma" pitchFamily="34" charset="0"/>
              </a:rPr>
              <a:t>Si deseamos “ver” el contenido de una determinada posición</a:t>
            </a:r>
            <a:endParaRPr lang="es-AR" dirty="0">
              <a:solidFill>
                <a:srgbClr val="000000"/>
              </a:solidFill>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4 Marcador de número de diapositiva"/>
          <p:cNvSpPr>
            <a:spLocks noGrp="1"/>
          </p:cNvSpPr>
          <p:nvPr>
            <p:ph type="sldNum" sz="quarter" idx="11"/>
          </p:nvPr>
        </p:nvSpPr>
        <p:spPr>
          <a:noFill/>
        </p:spPr>
        <p:txBody>
          <a:bodyPr/>
          <a:lstStyle/>
          <a:p>
            <a:fld id="{CE9AC2D0-F2D9-4C5F-AB84-221DB2E46732}" type="slidenum">
              <a:rPr lang="es-ES"/>
              <a:pPr/>
              <a:t>17</a:t>
            </a:fld>
            <a:endParaRPr lang="es-ES"/>
          </a:p>
        </p:txBody>
      </p:sp>
      <p:sp>
        <p:nvSpPr>
          <p:cNvPr id="19458" name="Rectangle 2"/>
          <p:cNvSpPr>
            <a:spLocks noGrp="1" noChangeArrowheads="1"/>
          </p:cNvSpPr>
          <p:nvPr>
            <p:ph type="title"/>
          </p:nvPr>
        </p:nvSpPr>
        <p:spPr/>
        <p:txBody>
          <a:bodyPr/>
          <a:lstStyle/>
          <a:p>
            <a:pPr>
              <a:defRPr/>
            </a:pPr>
            <a:r>
              <a:rPr lang="es-AR" smtClean="0"/>
              <a:t>Vectores</a:t>
            </a:r>
          </a:p>
        </p:txBody>
      </p:sp>
      <p:sp>
        <p:nvSpPr>
          <p:cNvPr id="22533" name="Rectangle 3"/>
          <p:cNvSpPr>
            <a:spLocks noGrp="1" noChangeArrowheads="1"/>
          </p:cNvSpPr>
          <p:nvPr>
            <p:ph type="body" idx="1"/>
          </p:nvPr>
        </p:nvSpPr>
        <p:spPr>
          <a:xfrm>
            <a:off x="914400" y="1905000"/>
            <a:ext cx="7543800" cy="3657600"/>
          </a:xfrm>
        </p:spPr>
        <p:txBody>
          <a:bodyPr/>
          <a:lstStyle/>
          <a:p>
            <a:r>
              <a:rPr lang="es-AR" dirty="0" smtClean="0"/>
              <a:t>Ejemplos:</a:t>
            </a:r>
          </a:p>
          <a:p>
            <a:pPr lvl="1"/>
            <a:r>
              <a:rPr lang="es-AR" dirty="0" smtClean="0">
                <a:solidFill>
                  <a:srgbClr val="C00000"/>
                </a:solidFill>
              </a:rPr>
              <a:t>Ejemplo 1. </a:t>
            </a:r>
            <a:r>
              <a:rPr lang="es-AR" dirty="0" smtClean="0"/>
              <a:t>Resolvamos este primer ejemplo:</a:t>
            </a:r>
          </a:p>
          <a:p>
            <a:pPr lvl="1"/>
            <a:r>
              <a:rPr lang="es-AR" dirty="0" smtClean="0"/>
              <a:t>Cargar 10 elementos en un vector, sumarlos y mostrar el resultado por pantalla.</a:t>
            </a:r>
          </a:p>
          <a:p>
            <a:pPr lvl="1"/>
            <a:r>
              <a:rPr lang="es-AR" dirty="0" smtClean="0"/>
              <a:t>Pasos para resolver este problema:</a:t>
            </a:r>
          </a:p>
          <a:p>
            <a:pPr lvl="2"/>
            <a:r>
              <a:rPr lang="es-AR" dirty="0" smtClean="0"/>
              <a:t>Leer un vector de 10 elementos</a:t>
            </a:r>
          </a:p>
          <a:p>
            <a:pPr lvl="2"/>
            <a:r>
              <a:rPr lang="es-AR" dirty="0" smtClean="0"/>
              <a:t>Sumar los elementos</a:t>
            </a:r>
          </a:p>
          <a:p>
            <a:pPr lvl="2"/>
            <a:r>
              <a:rPr lang="es-AR" dirty="0" smtClean="0"/>
              <a:t>Mostrar el resultado de la suma por pantalla</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4 Marcador de número de diapositiva"/>
          <p:cNvSpPr>
            <a:spLocks noGrp="1"/>
          </p:cNvSpPr>
          <p:nvPr>
            <p:ph type="sldNum" sz="quarter" idx="11"/>
          </p:nvPr>
        </p:nvSpPr>
        <p:spPr>
          <a:noFill/>
        </p:spPr>
        <p:txBody>
          <a:bodyPr/>
          <a:lstStyle/>
          <a:p>
            <a:fld id="{3AB4C183-33C9-4332-862E-96EA8B29B9FC}" type="slidenum">
              <a:rPr lang="es-ES"/>
              <a:pPr/>
              <a:t>18</a:t>
            </a:fld>
            <a:endParaRPr lang="es-ES"/>
          </a:p>
        </p:txBody>
      </p:sp>
      <p:sp>
        <p:nvSpPr>
          <p:cNvPr id="21506" name="Rectangle 2"/>
          <p:cNvSpPr>
            <a:spLocks noGrp="1" noChangeArrowheads="1"/>
          </p:cNvSpPr>
          <p:nvPr>
            <p:ph type="title"/>
          </p:nvPr>
        </p:nvSpPr>
        <p:spPr/>
        <p:txBody>
          <a:bodyPr/>
          <a:lstStyle/>
          <a:p>
            <a:pPr>
              <a:defRPr/>
            </a:pPr>
            <a:r>
              <a:rPr lang="es-AR" smtClean="0"/>
              <a:t>Vectores - Ejemplo1</a:t>
            </a:r>
          </a:p>
        </p:txBody>
      </p:sp>
      <p:sp>
        <p:nvSpPr>
          <p:cNvPr id="24581" name="Rectangle 3"/>
          <p:cNvSpPr>
            <a:spLocks noGrp="1" noChangeArrowheads="1"/>
          </p:cNvSpPr>
          <p:nvPr>
            <p:ph type="body" idx="1"/>
          </p:nvPr>
        </p:nvSpPr>
        <p:spPr>
          <a:xfrm>
            <a:off x="685800" y="1600200"/>
            <a:ext cx="5410200" cy="3657600"/>
          </a:xfrm>
        </p:spPr>
        <p:txBody>
          <a:bodyPr/>
          <a:lstStyle/>
          <a:p>
            <a:pPr>
              <a:spcBef>
                <a:spcPct val="15000"/>
              </a:spcBef>
              <a:buFontTx/>
              <a:buNone/>
            </a:pPr>
            <a:r>
              <a:rPr lang="es-AR" sz="1800" smtClean="0"/>
              <a:t>Program Ejemplo1; {Version 1}</a:t>
            </a:r>
          </a:p>
          <a:p>
            <a:pPr>
              <a:spcBef>
                <a:spcPct val="15000"/>
              </a:spcBef>
              <a:buFontTx/>
              <a:buNone/>
            </a:pPr>
            <a:r>
              <a:rPr lang="es-AR" sz="1800" smtClean="0"/>
              <a:t>type</a:t>
            </a:r>
          </a:p>
          <a:p>
            <a:pPr>
              <a:spcBef>
                <a:spcPct val="15000"/>
              </a:spcBef>
              <a:buFontTx/>
              <a:buNone/>
            </a:pPr>
            <a:r>
              <a:rPr lang="es-AR" sz="1800" smtClean="0"/>
              <a:t>sumandos = array[1..10] of integer;</a:t>
            </a:r>
          </a:p>
          <a:p>
            <a:pPr>
              <a:spcBef>
                <a:spcPct val="15000"/>
              </a:spcBef>
              <a:buFontTx/>
              <a:buNone/>
            </a:pPr>
            <a:r>
              <a:rPr lang="es-AR" sz="1800" smtClean="0"/>
              <a:t>var</a:t>
            </a:r>
          </a:p>
          <a:p>
            <a:pPr>
              <a:spcBef>
                <a:spcPct val="15000"/>
              </a:spcBef>
              <a:buFontTx/>
              <a:buNone/>
            </a:pPr>
            <a:r>
              <a:rPr lang="es-AR" sz="1800" smtClean="0"/>
              <a:t>suma,  i : integer;</a:t>
            </a:r>
          </a:p>
          <a:p>
            <a:pPr>
              <a:spcBef>
                <a:spcPct val="15000"/>
              </a:spcBef>
              <a:buFontTx/>
              <a:buNone/>
            </a:pPr>
            <a:r>
              <a:rPr lang="es-AR" sz="1800" smtClean="0"/>
              <a:t>vec_sumandos : sumandos;</a:t>
            </a:r>
          </a:p>
          <a:p>
            <a:pPr>
              <a:spcBef>
                <a:spcPct val="15000"/>
              </a:spcBef>
              <a:buFontTx/>
              <a:buNone/>
            </a:pPr>
            <a:r>
              <a:rPr lang="es-AR" sz="1800" smtClean="0"/>
              <a:t>begin</a:t>
            </a:r>
          </a:p>
          <a:p>
            <a:pPr>
              <a:spcBef>
                <a:spcPct val="15000"/>
              </a:spcBef>
              <a:buFontTx/>
              <a:buNone/>
            </a:pPr>
            <a:r>
              <a:rPr lang="es-AR" sz="1800" smtClean="0"/>
              <a:t>suma := 0;</a:t>
            </a:r>
          </a:p>
          <a:p>
            <a:pPr>
              <a:spcBef>
                <a:spcPct val="15000"/>
              </a:spcBef>
              <a:buFontTx/>
              <a:buNone/>
            </a:pPr>
            <a:r>
              <a:rPr lang="es-AR" sz="1800" smtClean="0"/>
              <a:t>for  i:= 1 to 10 do </a:t>
            </a:r>
          </a:p>
          <a:p>
            <a:pPr>
              <a:spcBef>
                <a:spcPct val="15000"/>
              </a:spcBef>
              <a:buFontTx/>
              <a:buNone/>
            </a:pPr>
            <a:r>
              <a:rPr lang="es-AR" sz="1800" smtClean="0"/>
              <a:t>	read(vec_sumandos[i] )</a:t>
            </a:r>
          </a:p>
          <a:p>
            <a:pPr>
              <a:spcBef>
                <a:spcPct val="15000"/>
              </a:spcBef>
              <a:buFontTx/>
              <a:buNone/>
            </a:pPr>
            <a:r>
              <a:rPr lang="es-AR" sz="1800" smtClean="0"/>
              <a:t>for i := 1 to 10 do </a:t>
            </a:r>
          </a:p>
          <a:p>
            <a:pPr>
              <a:spcBef>
                <a:spcPct val="15000"/>
              </a:spcBef>
              <a:buFontTx/>
              <a:buNone/>
            </a:pPr>
            <a:r>
              <a:rPr lang="es-AR" sz="1800" smtClean="0"/>
              <a:t>	suma:= suma +vec_sumandos[i];</a:t>
            </a:r>
          </a:p>
          <a:p>
            <a:pPr>
              <a:spcBef>
                <a:spcPct val="15000"/>
              </a:spcBef>
              <a:buFontTx/>
              <a:buNone/>
            </a:pPr>
            <a:r>
              <a:rPr lang="es-AR" sz="1800" smtClean="0"/>
              <a:t>writeln (´La suma de los números es´, suma);</a:t>
            </a:r>
          </a:p>
          <a:p>
            <a:pPr>
              <a:spcBef>
                <a:spcPct val="15000"/>
              </a:spcBef>
              <a:buFontTx/>
              <a:buNone/>
            </a:pPr>
            <a:r>
              <a:rPr lang="es-AR" sz="1800" smtClean="0"/>
              <a:t>end.</a:t>
            </a:r>
          </a:p>
          <a:p>
            <a:pPr>
              <a:spcBef>
                <a:spcPct val="15000"/>
              </a:spcBef>
              <a:buFontTx/>
              <a:buNone/>
            </a:pPr>
            <a:endParaRPr lang="es-AR" sz="1800" smtClean="0"/>
          </a:p>
          <a:p>
            <a:pPr>
              <a:spcBef>
                <a:spcPct val="15000"/>
              </a:spcBef>
              <a:buFontTx/>
              <a:buNone/>
            </a:pPr>
            <a:endParaRPr lang="es-AR" sz="1800" smtClean="0"/>
          </a:p>
        </p:txBody>
      </p:sp>
      <p:sp>
        <p:nvSpPr>
          <p:cNvPr id="24582" name="AutoShape 4"/>
          <p:cNvSpPr>
            <a:spLocks noChangeArrowheads="1"/>
          </p:cNvSpPr>
          <p:nvPr/>
        </p:nvSpPr>
        <p:spPr bwMode="auto">
          <a:xfrm>
            <a:off x="4572000" y="2895600"/>
            <a:ext cx="4267200" cy="685800"/>
          </a:xfrm>
          <a:prstGeom prst="wedgeRectCallout">
            <a:avLst>
              <a:gd name="adj1" fmla="val -70981"/>
              <a:gd name="adj2" fmla="val 17824"/>
            </a:avLst>
          </a:prstGeom>
          <a:solidFill>
            <a:schemeClr val="tx1"/>
          </a:solidFill>
          <a:ln w="9525">
            <a:solidFill>
              <a:schemeClr val="tx1"/>
            </a:solidFill>
            <a:miter lim="800000"/>
            <a:headEnd/>
            <a:tailEnd/>
          </a:ln>
        </p:spPr>
        <p:txBody>
          <a:bodyPr wrap="none" anchor="ctr"/>
          <a:lstStyle/>
          <a:p>
            <a:pPr algn="ctr"/>
            <a:r>
              <a:rPr lang="es-AR" sz="1800" dirty="0">
                <a:solidFill>
                  <a:srgbClr val="003366"/>
                </a:solidFill>
                <a:latin typeface="Tahoma" pitchFamily="34" charset="0"/>
              </a:rPr>
              <a:t>Declaración de la variable arreglo</a:t>
            </a:r>
          </a:p>
        </p:txBody>
      </p:sp>
      <p:sp>
        <p:nvSpPr>
          <p:cNvPr id="24583" name="AutoShape 5"/>
          <p:cNvSpPr>
            <a:spLocks noChangeArrowheads="1"/>
          </p:cNvSpPr>
          <p:nvPr/>
        </p:nvSpPr>
        <p:spPr bwMode="auto">
          <a:xfrm>
            <a:off x="4788024" y="1628800"/>
            <a:ext cx="4038600" cy="685800"/>
          </a:xfrm>
          <a:prstGeom prst="wedgeRectCallout">
            <a:avLst>
              <a:gd name="adj1" fmla="val -84196"/>
              <a:gd name="adj2" fmla="val 49768"/>
            </a:avLst>
          </a:prstGeom>
          <a:solidFill>
            <a:schemeClr val="tx1"/>
          </a:solidFill>
          <a:ln w="9525">
            <a:solidFill>
              <a:schemeClr val="tx1"/>
            </a:solidFill>
            <a:miter lim="800000"/>
            <a:headEnd/>
            <a:tailEnd/>
          </a:ln>
        </p:spPr>
        <p:txBody>
          <a:bodyPr wrap="none" anchor="ctr"/>
          <a:lstStyle/>
          <a:p>
            <a:pPr algn="ctr"/>
            <a:r>
              <a:rPr lang="es-AR" sz="1800" dirty="0">
                <a:solidFill>
                  <a:srgbClr val="003366"/>
                </a:solidFill>
                <a:latin typeface="Tahoma" pitchFamily="34" charset="0"/>
              </a:rPr>
              <a:t>Declaración del tipo del arreglo</a:t>
            </a:r>
          </a:p>
        </p:txBody>
      </p:sp>
      <p:sp>
        <p:nvSpPr>
          <p:cNvPr id="24584" name="AutoShape 6"/>
          <p:cNvSpPr>
            <a:spLocks noChangeArrowheads="1"/>
          </p:cNvSpPr>
          <p:nvPr/>
        </p:nvSpPr>
        <p:spPr bwMode="auto">
          <a:xfrm>
            <a:off x="4572000" y="4267200"/>
            <a:ext cx="4191000" cy="685800"/>
          </a:xfrm>
          <a:prstGeom prst="wedgeRectCallout">
            <a:avLst>
              <a:gd name="adj1" fmla="val -70981"/>
              <a:gd name="adj2" fmla="val 17824"/>
            </a:avLst>
          </a:prstGeom>
          <a:solidFill>
            <a:schemeClr val="tx1"/>
          </a:solidFill>
          <a:ln w="9525">
            <a:solidFill>
              <a:schemeClr val="tx1"/>
            </a:solidFill>
            <a:miter lim="800000"/>
            <a:headEnd/>
            <a:tailEnd/>
          </a:ln>
        </p:spPr>
        <p:txBody>
          <a:bodyPr wrap="none" anchor="ctr"/>
          <a:lstStyle/>
          <a:p>
            <a:pPr algn="ctr"/>
            <a:r>
              <a:rPr lang="es-AR" sz="1800" dirty="0">
                <a:solidFill>
                  <a:srgbClr val="003366"/>
                </a:solidFill>
                <a:latin typeface="Tahoma" pitchFamily="34" charset="0"/>
              </a:rPr>
              <a:t>Lectura de los elementos del arreglo</a:t>
            </a:r>
          </a:p>
        </p:txBody>
      </p:sp>
      <p:sp>
        <p:nvSpPr>
          <p:cNvPr id="24585" name="AutoShape 7"/>
          <p:cNvSpPr>
            <a:spLocks noChangeArrowheads="1"/>
          </p:cNvSpPr>
          <p:nvPr/>
        </p:nvSpPr>
        <p:spPr bwMode="auto">
          <a:xfrm>
            <a:off x="5929064" y="5157192"/>
            <a:ext cx="2819400" cy="685800"/>
          </a:xfrm>
          <a:prstGeom prst="wedgeRectCallout">
            <a:avLst>
              <a:gd name="adj1" fmla="val -99326"/>
              <a:gd name="adj2" fmla="val -28009"/>
            </a:avLst>
          </a:prstGeom>
          <a:solidFill>
            <a:schemeClr val="tx1"/>
          </a:solidFill>
          <a:ln w="9525">
            <a:solidFill>
              <a:schemeClr val="tx1"/>
            </a:solidFill>
            <a:miter lim="800000"/>
            <a:headEnd/>
            <a:tailEnd/>
          </a:ln>
        </p:spPr>
        <p:txBody>
          <a:bodyPr wrap="none" anchor="ctr"/>
          <a:lstStyle/>
          <a:p>
            <a:pPr algn="ctr"/>
            <a:r>
              <a:rPr lang="es-AR" sz="1800" dirty="0">
                <a:solidFill>
                  <a:srgbClr val="003366"/>
                </a:solidFill>
                <a:latin typeface="Tahoma" pitchFamily="34" charset="0"/>
              </a:rPr>
              <a:t>Suma de los elementos</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4 Marcador de número de diapositiva"/>
          <p:cNvSpPr>
            <a:spLocks noGrp="1"/>
          </p:cNvSpPr>
          <p:nvPr>
            <p:ph type="sldNum" sz="quarter" idx="11"/>
          </p:nvPr>
        </p:nvSpPr>
        <p:spPr>
          <a:noFill/>
        </p:spPr>
        <p:txBody>
          <a:bodyPr/>
          <a:lstStyle/>
          <a:p>
            <a:fld id="{290F3780-AC79-46C2-AA17-ECB571B44CF8}" type="slidenum">
              <a:rPr lang="es-ES"/>
              <a:pPr/>
              <a:t>19</a:t>
            </a:fld>
            <a:endParaRPr lang="es-ES"/>
          </a:p>
        </p:txBody>
      </p:sp>
      <p:sp>
        <p:nvSpPr>
          <p:cNvPr id="22530" name="Rectangle 2"/>
          <p:cNvSpPr>
            <a:spLocks noGrp="1" noChangeArrowheads="1"/>
          </p:cNvSpPr>
          <p:nvPr>
            <p:ph type="title"/>
          </p:nvPr>
        </p:nvSpPr>
        <p:spPr>
          <a:xfrm>
            <a:off x="683568" y="188640"/>
            <a:ext cx="7315200" cy="1143000"/>
          </a:xfrm>
        </p:spPr>
        <p:txBody>
          <a:bodyPr/>
          <a:lstStyle/>
          <a:p>
            <a:pPr>
              <a:defRPr/>
            </a:pPr>
            <a:r>
              <a:rPr lang="es-AR" dirty="0" smtClean="0"/>
              <a:t>Vectores - Ejemplo1</a:t>
            </a:r>
          </a:p>
        </p:txBody>
      </p:sp>
      <p:sp>
        <p:nvSpPr>
          <p:cNvPr id="25605" name="Rectangle 3"/>
          <p:cNvSpPr>
            <a:spLocks noGrp="1" noChangeArrowheads="1"/>
          </p:cNvSpPr>
          <p:nvPr>
            <p:ph type="body" idx="1"/>
          </p:nvPr>
        </p:nvSpPr>
        <p:spPr>
          <a:xfrm>
            <a:off x="817984" y="1124744"/>
            <a:ext cx="5410200" cy="4997152"/>
          </a:xfrm>
        </p:spPr>
        <p:txBody>
          <a:bodyPr/>
          <a:lstStyle/>
          <a:p>
            <a:pPr>
              <a:spcBef>
                <a:spcPct val="15000"/>
              </a:spcBef>
              <a:buFontTx/>
              <a:buNone/>
            </a:pPr>
            <a:r>
              <a:rPr lang="es-AR" sz="1800" dirty="0" err="1" smtClean="0"/>
              <a:t>Program</a:t>
            </a:r>
            <a:r>
              <a:rPr lang="es-AR" sz="1800" dirty="0" smtClean="0"/>
              <a:t> Ejemplo1; {</a:t>
            </a:r>
            <a:r>
              <a:rPr lang="es-AR" sz="1800" dirty="0" err="1" smtClean="0"/>
              <a:t>Version</a:t>
            </a:r>
            <a:r>
              <a:rPr lang="es-AR" sz="1800" dirty="0" smtClean="0"/>
              <a:t> 2}</a:t>
            </a:r>
          </a:p>
          <a:p>
            <a:pPr>
              <a:spcBef>
                <a:spcPct val="15000"/>
              </a:spcBef>
              <a:buFontTx/>
              <a:buNone/>
            </a:pPr>
            <a:r>
              <a:rPr lang="es-AR" sz="1800" dirty="0" err="1" smtClean="0"/>
              <a:t>type</a:t>
            </a:r>
            <a:endParaRPr lang="es-AR" sz="1800" dirty="0" smtClean="0"/>
          </a:p>
          <a:p>
            <a:pPr>
              <a:spcBef>
                <a:spcPct val="15000"/>
              </a:spcBef>
              <a:buFontTx/>
              <a:buNone/>
            </a:pPr>
            <a:r>
              <a:rPr lang="es-AR" sz="1800" dirty="0" smtClean="0"/>
              <a:t>sumandos = </a:t>
            </a:r>
            <a:r>
              <a:rPr lang="es-AR" sz="1800" dirty="0" err="1" smtClean="0"/>
              <a:t>array</a:t>
            </a:r>
            <a:r>
              <a:rPr lang="es-AR" sz="1800" dirty="0" smtClean="0"/>
              <a:t>[1..10] of </a:t>
            </a:r>
            <a:r>
              <a:rPr lang="es-AR" sz="1800" dirty="0" err="1" smtClean="0"/>
              <a:t>integer</a:t>
            </a:r>
            <a:r>
              <a:rPr lang="es-AR" sz="1800" dirty="0" smtClean="0"/>
              <a:t>;</a:t>
            </a:r>
          </a:p>
          <a:p>
            <a:pPr>
              <a:spcBef>
                <a:spcPct val="15000"/>
              </a:spcBef>
              <a:buFontTx/>
              <a:buNone/>
            </a:pPr>
            <a:r>
              <a:rPr lang="es-AR" sz="1800" dirty="0" err="1" smtClean="0"/>
              <a:t>var</a:t>
            </a:r>
            <a:endParaRPr lang="es-AR" sz="1800" dirty="0" smtClean="0"/>
          </a:p>
          <a:p>
            <a:pPr>
              <a:spcBef>
                <a:spcPct val="15000"/>
              </a:spcBef>
              <a:buFontTx/>
              <a:buNone/>
            </a:pPr>
            <a:r>
              <a:rPr lang="es-AR" sz="1800" dirty="0" smtClean="0"/>
              <a:t>suma,  i : </a:t>
            </a:r>
            <a:r>
              <a:rPr lang="es-AR" sz="1800" dirty="0" err="1" smtClean="0"/>
              <a:t>integer</a:t>
            </a:r>
            <a:r>
              <a:rPr lang="es-AR" sz="1800" dirty="0" smtClean="0"/>
              <a:t>;</a:t>
            </a:r>
          </a:p>
          <a:p>
            <a:pPr>
              <a:spcBef>
                <a:spcPct val="15000"/>
              </a:spcBef>
              <a:buFontTx/>
              <a:buNone/>
            </a:pPr>
            <a:r>
              <a:rPr lang="es-AR" sz="1800" dirty="0" err="1" smtClean="0"/>
              <a:t>vec_sumandos</a:t>
            </a:r>
            <a:r>
              <a:rPr lang="es-AR" sz="1800" dirty="0" smtClean="0"/>
              <a:t> : sumandos;</a:t>
            </a:r>
          </a:p>
          <a:p>
            <a:pPr>
              <a:spcBef>
                <a:spcPct val="15000"/>
              </a:spcBef>
              <a:buFontTx/>
              <a:buNone/>
            </a:pPr>
            <a:r>
              <a:rPr lang="es-AR" sz="1800" dirty="0" err="1" smtClean="0"/>
              <a:t>begin</a:t>
            </a:r>
            <a:endParaRPr lang="es-AR" sz="1800" dirty="0" smtClean="0"/>
          </a:p>
          <a:p>
            <a:pPr>
              <a:spcBef>
                <a:spcPct val="15000"/>
              </a:spcBef>
              <a:buFontTx/>
              <a:buNone/>
            </a:pPr>
            <a:r>
              <a:rPr lang="es-AR" sz="1800" dirty="0" smtClean="0"/>
              <a:t>suma := 0;</a:t>
            </a:r>
          </a:p>
          <a:p>
            <a:pPr>
              <a:spcBef>
                <a:spcPct val="15000"/>
              </a:spcBef>
              <a:buFontTx/>
              <a:buNone/>
            </a:pPr>
            <a:r>
              <a:rPr lang="es-AR" sz="1800" dirty="0" err="1" smtClean="0"/>
              <a:t>for</a:t>
            </a:r>
            <a:r>
              <a:rPr lang="es-AR" sz="1800" dirty="0" smtClean="0"/>
              <a:t>  i:= 1 </a:t>
            </a:r>
            <a:r>
              <a:rPr lang="es-AR" sz="1800" dirty="0" err="1" smtClean="0"/>
              <a:t>to</a:t>
            </a:r>
            <a:r>
              <a:rPr lang="es-AR" sz="1800" dirty="0" smtClean="0"/>
              <a:t> 10 do </a:t>
            </a:r>
          </a:p>
          <a:p>
            <a:pPr>
              <a:spcBef>
                <a:spcPct val="15000"/>
              </a:spcBef>
              <a:buFontTx/>
              <a:buNone/>
            </a:pPr>
            <a:r>
              <a:rPr lang="es-AR" sz="1800" dirty="0" smtClean="0"/>
              <a:t>	</a:t>
            </a:r>
            <a:r>
              <a:rPr lang="es-AR" sz="1800" dirty="0" err="1" smtClean="0"/>
              <a:t>begin</a:t>
            </a:r>
            <a:r>
              <a:rPr lang="es-AR" sz="1800" dirty="0" smtClean="0"/>
              <a:t>	</a:t>
            </a:r>
          </a:p>
          <a:p>
            <a:pPr>
              <a:spcBef>
                <a:spcPct val="15000"/>
              </a:spcBef>
              <a:buFontTx/>
              <a:buNone/>
            </a:pPr>
            <a:r>
              <a:rPr lang="es-AR" sz="1800" dirty="0" smtClean="0"/>
              <a:t>	</a:t>
            </a:r>
            <a:r>
              <a:rPr lang="es-AR" sz="1800" dirty="0" err="1" smtClean="0"/>
              <a:t>read</a:t>
            </a:r>
            <a:r>
              <a:rPr lang="es-AR" sz="1800" dirty="0" smtClean="0"/>
              <a:t>(</a:t>
            </a:r>
            <a:r>
              <a:rPr lang="es-AR" sz="1800" dirty="0" err="1" smtClean="0"/>
              <a:t>vec_sumandos</a:t>
            </a:r>
            <a:r>
              <a:rPr lang="es-AR" sz="1800" dirty="0" smtClean="0"/>
              <a:t>[i] );</a:t>
            </a:r>
          </a:p>
          <a:p>
            <a:pPr>
              <a:spcBef>
                <a:spcPct val="15000"/>
              </a:spcBef>
              <a:buFontTx/>
              <a:buNone/>
            </a:pPr>
            <a:r>
              <a:rPr lang="es-AR" sz="1800" dirty="0" smtClean="0"/>
              <a:t>	suma:= suma +</a:t>
            </a:r>
            <a:r>
              <a:rPr lang="es-AR" sz="1800" dirty="0" err="1" smtClean="0"/>
              <a:t>vec_sumandos</a:t>
            </a:r>
            <a:r>
              <a:rPr lang="es-AR" sz="1800" dirty="0" smtClean="0"/>
              <a:t>[i];</a:t>
            </a:r>
          </a:p>
          <a:p>
            <a:pPr>
              <a:spcBef>
                <a:spcPct val="15000"/>
              </a:spcBef>
              <a:buFontTx/>
              <a:buNone/>
            </a:pPr>
            <a:r>
              <a:rPr lang="es-AR" sz="1800" dirty="0" smtClean="0"/>
              <a:t>	</a:t>
            </a:r>
            <a:r>
              <a:rPr lang="es-AR" sz="1800" dirty="0" err="1" smtClean="0"/>
              <a:t>end</a:t>
            </a:r>
            <a:r>
              <a:rPr lang="es-AR" sz="1800" dirty="0" smtClean="0"/>
              <a:t>;</a:t>
            </a:r>
          </a:p>
          <a:p>
            <a:pPr>
              <a:spcBef>
                <a:spcPct val="15000"/>
              </a:spcBef>
              <a:buFontTx/>
              <a:buNone/>
            </a:pPr>
            <a:r>
              <a:rPr lang="es-AR" sz="1800" dirty="0" err="1" smtClean="0"/>
              <a:t>writeln</a:t>
            </a:r>
            <a:r>
              <a:rPr lang="es-AR" sz="1800" dirty="0" smtClean="0"/>
              <a:t> (´La suma de los números es´, suma);</a:t>
            </a:r>
          </a:p>
          <a:p>
            <a:pPr>
              <a:spcBef>
                <a:spcPct val="15000"/>
              </a:spcBef>
              <a:buFontTx/>
              <a:buNone/>
            </a:pPr>
            <a:r>
              <a:rPr lang="es-AR" sz="1800" dirty="0" err="1" smtClean="0"/>
              <a:t>end</a:t>
            </a:r>
            <a:r>
              <a:rPr lang="es-AR" sz="1800" dirty="0" smtClean="0"/>
              <a:t>.</a:t>
            </a:r>
          </a:p>
          <a:p>
            <a:pPr>
              <a:spcBef>
                <a:spcPct val="15000"/>
              </a:spcBef>
              <a:buFontTx/>
              <a:buNone/>
            </a:pPr>
            <a:endParaRPr lang="es-AR" sz="1800" dirty="0" smtClean="0"/>
          </a:p>
          <a:p>
            <a:pPr>
              <a:spcBef>
                <a:spcPct val="15000"/>
              </a:spcBef>
              <a:buFontTx/>
              <a:buNone/>
            </a:pPr>
            <a:endParaRPr lang="es-AR" sz="1800" dirty="0" smtClean="0"/>
          </a:p>
        </p:txBody>
      </p:sp>
      <p:sp>
        <p:nvSpPr>
          <p:cNvPr id="5" name="AutoShape 5"/>
          <p:cNvSpPr>
            <a:spLocks noChangeArrowheads="1"/>
          </p:cNvSpPr>
          <p:nvPr/>
        </p:nvSpPr>
        <p:spPr bwMode="auto">
          <a:xfrm>
            <a:off x="4788024" y="1484784"/>
            <a:ext cx="4038600" cy="685800"/>
          </a:xfrm>
          <a:prstGeom prst="wedgeRectCallout">
            <a:avLst>
              <a:gd name="adj1" fmla="val -69102"/>
              <a:gd name="adj2" fmla="val -3010"/>
            </a:avLst>
          </a:prstGeom>
          <a:solidFill>
            <a:schemeClr val="tx1"/>
          </a:solidFill>
          <a:ln w="9525">
            <a:solidFill>
              <a:schemeClr val="tx1"/>
            </a:solidFill>
            <a:miter lim="800000"/>
            <a:headEnd/>
            <a:tailEnd/>
          </a:ln>
        </p:spPr>
        <p:txBody>
          <a:bodyPr wrap="none" anchor="ctr"/>
          <a:lstStyle/>
          <a:p>
            <a:pPr algn="ctr"/>
            <a:r>
              <a:rPr lang="es-AR" sz="1800" dirty="0">
                <a:solidFill>
                  <a:srgbClr val="003366"/>
                </a:solidFill>
                <a:latin typeface="Tahoma" pitchFamily="34" charset="0"/>
              </a:rPr>
              <a:t>Declaración del tipo del arreglo</a:t>
            </a:r>
          </a:p>
        </p:txBody>
      </p:sp>
      <p:sp>
        <p:nvSpPr>
          <p:cNvPr id="6" name="AutoShape 4"/>
          <p:cNvSpPr>
            <a:spLocks noChangeArrowheads="1"/>
          </p:cNvSpPr>
          <p:nvPr/>
        </p:nvSpPr>
        <p:spPr bwMode="auto">
          <a:xfrm>
            <a:off x="4788024" y="2492896"/>
            <a:ext cx="4051176" cy="685800"/>
          </a:xfrm>
          <a:prstGeom prst="wedgeRectCallout">
            <a:avLst>
              <a:gd name="adj1" fmla="val -73567"/>
              <a:gd name="adj2" fmla="val 16435"/>
            </a:avLst>
          </a:prstGeom>
          <a:solidFill>
            <a:schemeClr val="tx1"/>
          </a:solidFill>
          <a:ln w="9525">
            <a:solidFill>
              <a:schemeClr val="tx1"/>
            </a:solidFill>
            <a:miter lim="800000"/>
            <a:headEnd/>
            <a:tailEnd/>
          </a:ln>
        </p:spPr>
        <p:txBody>
          <a:bodyPr wrap="none" anchor="ctr"/>
          <a:lstStyle/>
          <a:p>
            <a:pPr algn="ctr"/>
            <a:r>
              <a:rPr lang="es-AR" sz="1800" dirty="0">
                <a:solidFill>
                  <a:srgbClr val="003366"/>
                </a:solidFill>
                <a:latin typeface="Tahoma" pitchFamily="34" charset="0"/>
              </a:rPr>
              <a:t>Declaración de la variable arreglo</a:t>
            </a:r>
          </a:p>
        </p:txBody>
      </p:sp>
      <p:sp>
        <p:nvSpPr>
          <p:cNvPr id="7" name="AutoShape 6"/>
          <p:cNvSpPr>
            <a:spLocks noChangeArrowheads="1"/>
          </p:cNvSpPr>
          <p:nvPr/>
        </p:nvSpPr>
        <p:spPr bwMode="auto">
          <a:xfrm>
            <a:off x="4697288" y="3967336"/>
            <a:ext cx="4267200" cy="685800"/>
          </a:xfrm>
          <a:prstGeom prst="wedgeRectCallout">
            <a:avLst>
              <a:gd name="adj1" fmla="val -70981"/>
              <a:gd name="adj2" fmla="val 17824"/>
            </a:avLst>
          </a:prstGeom>
          <a:solidFill>
            <a:schemeClr val="tx1"/>
          </a:solidFill>
          <a:ln w="9525">
            <a:solidFill>
              <a:schemeClr val="tx1"/>
            </a:solidFill>
            <a:miter lim="800000"/>
            <a:headEnd/>
            <a:tailEnd/>
          </a:ln>
        </p:spPr>
        <p:txBody>
          <a:bodyPr wrap="none" anchor="ctr"/>
          <a:lstStyle/>
          <a:p>
            <a:pPr algn="ctr"/>
            <a:r>
              <a:rPr lang="es-AR" sz="1800" dirty="0">
                <a:solidFill>
                  <a:srgbClr val="003366"/>
                </a:solidFill>
                <a:latin typeface="Tahoma" pitchFamily="34" charset="0"/>
              </a:rPr>
              <a:t>Lectura de los elementos del arreglo</a:t>
            </a:r>
          </a:p>
        </p:txBody>
      </p:sp>
      <p:sp>
        <p:nvSpPr>
          <p:cNvPr id="8" name="AutoShape 7"/>
          <p:cNvSpPr>
            <a:spLocks noChangeArrowheads="1"/>
          </p:cNvSpPr>
          <p:nvPr/>
        </p:nvSpPr>
        <p:spPr bwMode="auto">
          <a:xfrm>
            <a:off x="5724128" y="4581128"/>
            <a:ext cx="2819400" cy="541784"/>
          </a:xfrm>
          <a:prstGeom prst="wedgeRectCallout">
            <a:avLst>
              <a:gd name="adj1" fmla="val -86826"/>
              <a:gd name="adj2" fmla="val 15047"/>
            </a:avLst>
          </a:prstGeom>
          <a:solidFill>
            <a:schemeClr val="tx1"/>
          </a:solidFill>
          <a:ln w="9525">
            <a:solidFill>
              <a:schemeClr val="tx1"/>
            </a:solidFill>
            <a:miter lim="800000"/>
            <a:headEnd/>
            <a:tailEnd/>
          </a:ln>
        </p:spPr>
        <p:txBody>
          <a:bodyPr wrap="none" anchor="ctr"/>
          <a:lstStyle/>
          <a:p>
            <a:pPr algn="ctr"/>
            <a:r>
              <a:rPr lang="es-AR" sz="1800" dirty="0">
                <a:solidFill>
                  <a:srgbClr val="003366"/>
                </a:solidFill>
                <a:latin typeface="Tahoma" pitchFamily="34" charset="0"/>
              </a:rPr>
              <a:t>Suma de los elementos</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4 Marcador de número de diapositiva"/>
          <p:cNvSpPr>
            <a:spLocks noGrp="1"/>
          </p:cNvSpPr>
          <p:nvPr>
            <p:ph type="sldNum" sz="quarter" idx="11"/>
          </p:nvPr>
        </p:nvSpPr>
        <p:spPr>
          <a:noFill/>
        </p:spPr>
        <p:txBody>
          <a:bodyPr/>
          <a:lstStyle/>
          <a:p>
            <a:fld id="{801BF170-F627-49D7-B570-D9535F041851}" type="slidenum">
              <a:rPr lang="es-ES"/>
              <a:pPr/>
              <a:t>20</a:t>
            </a:fld>
            <a:endParaRPr lang="es-ES"/>
          </a:p>
        </p:txBody>
      </p:sp>
      <p:sp>
        <p:nvSpPr>
          <p:cNvPr id="34818" name="Rectangle 2"/>
          <p:cNvSpPr>
            <a:spLocks noGrp="1" noChangeArrowheads="1"/>
          </p:cNvSpPr>
          <p:nvPr>
            <p:ph type="title"/>
          </p:nvPr>
        </p:nvSpPr>
        <p:spPr>
          <a:xfrm>
            <a:off x="899592" y="116632"/>
            <a:ext cx="7315200" cy="1143000"/>
          </a:xfrm>
        </p:spPr>
        <p:txBody>
          <a:bodyPr/>
          <a:lstStyle/>
          <a:p>
            <a:pPr>
              <a:defRPr/>
            </a:pPr>
            <a:r>
              <a:rPr lang="es-AR" dirty="0" smtClean="0"/>
              <a:t>Vectores - Ejemplos resueltos</a:t>
            </a:r>
          </a:p>
        </p:txBody>
      </p:sp>
      <p:sp>
        <p:nvSpPr>
          <p:cNvPr id="37893" name="Rectangle 3"/>
          <p:cNvSpPr>
            <a:spLocks noGrp="1" noChangeArrowheads="1"/>
          </p:cNvSpPr>
          <p:nvPr>
            <p:ph type="body" idx="1"/>
          </p:nvPr>
        </p:nvSpPr>
        <p:spPr>
          <a:xfrm>
            <a:off x="899592" y="1196752"/>
            <a:ext cx="7920880" cy="4896544"/>
          </a:xfrm>
        </p:spPr>
        <p:txBody>
          <a:bodyPr/>
          <a:lstStyle/>
          <a:p>
            <a:pPr>
              <a:spcBef>
                <a:spcPct val="15000"/>
              </a:spcBef>
              <a:buNone/>
            </a:pPr>
            <a:r>
              <a:rPr lang="es-AR" sz="1800" dirty="0"/>
              <a:t>Ej2- Dados  50 números enteros, obtener el promedio de ellos. Mostrar por pantalla dicho promedio y los números ingresados que sean mayores que el mismo.</a:t>
            </a:r>
          </a:p>
          <a:p>
            <a:pPr>
              <a:spcBef>
                <a:spcPct val="15000"/>
              </a:spcBef>
              <a:buFontTx/>
              <a:buNone/>
            </a:pPr>
            <a:endParaRPr lang="es-AR" sz="1800" dirty="0" smtClean="0"/>
          </a:p>
          <a:p>
            <a:pPr>
              <a:spcBef>
                <a:spcPct val="15000"/>
              </a:spcBef>
              <a:buFontTx/>
              <a:buNone/>
            </a:pPr>
            <a:r>
              <a:rPr lang="es-AR" sz="1800" dirty="0" err="1" smtClean="0"/>
              <a:t>Program</a:t>
            </a:r>
            <a:r>
              <a:rPr lang="es-AR" sz="1800" dirty="0" smtClean="0"/>
              <a:t> Ej2; </a:t>
            </a:r>
          </a:p>
          <a:p>
            <a:pPr>
              <a:spcBef>
                <a:spcPct val="15000"/>
              </a:spcBef>
              <a:buFontTx/>
              <a:buNone/>
            </a:pPr>
            <a:r>
              <a:rPr lang="es-AR" sz="1800" dirty="0" err="1" smtClean="0"/>
              <a:t>const</a:t>
            </a:r>
            <a:endParaRPr lang="es-AR" sz="1800" dirty="0" smtClean="0"/>
          </a:p>
          <a:p>
            <a:pPr>
              <a:spcBef>
                <a:spcPct val="15000"/>
              </a:spcBef>
              <a:buFontTx/>
              <a:buNone/>
            </a:pPr>
            <a:r>
              <a:rPr lang="es-AR" sz="1800" dirty="0" err="1" smtClean="0"/>
              <a:t>max</a:t>
            </a:r>
            <a:r>
              <a:rPr lang="es-AR" sz="1800" dirty="0" smtClean="0"/>
              <a:t> = 50;</a:t>
            </a:r>
          </a:p>
          <a:p>
            <a:pPr>
              <a:spcBef>
                <a:spcPct val="15000"/>
              </a:spcBef>
              <a:buFontTx/>
              <a:buNone/>
            </a:pPr>
            <a:r>
              <a:rPr lang="es-AR" sz="1800" dirty="0" err="1" smtClean="0"/>
              <a:t>type</a:t>
            </a:r>
            <a:endParaRPr lang="es-AR" sz="1800" dirty="0" smtClean="0"/>
          </a:p>
          <a:p>
            <a:pPr>
              <a:spcBef>
                <a:spcPct val="15000"/>
              </a:spcBef>
              <a:buFontTx/>
              <a:buNone/>
            </a:pPr>
            <a:r>
              <a:rPr lang="es-AR" sz="1800" dirty="0" err="1" smtClean="0"/>
              <a:t>t_numeros</a:t>
            </a:r>
            <a:r>
              <a:rPr lang="es-AR" sz="1800" dirty="0" smtClean="0"/>
              <a:t> = </a:t>
            </a:r>
            <a:r>
              <a:rPr lang="es-AR" sz="1800" dirty="0" err="1" smtClean="0"/>
              <a:t>array</a:t>
            </a:r>
            <a:r>
              <a:rPr lang="es-AR" sz="1800" dirty="0" smtClean="0"/>
              <a:t>[1.. </a:t>
            </a:r>
            <a:r>
              <a:rPr lang="es-AR" sz="1800" dirty="0" err="1" smtClean="0"/>
              <a:t>max</a:t>
            </a:r>
            <a:r>
              <a:rPr lang="es-AR" sz="1800" dirty="0" smtClean="0"/>
              <a:t>] of </a:t>
            </a:r>
            <a:r>
              <a:rPr lang="es-AR" sz="1800" dirty="0" err="1" smtClean="0"/>
              <a:t>integer</a:t>
            </a:r>
            <a:r>
              <a:rPr lang="es-AR" sz="1800" dirty="0" smtClean="0"/>
              <a:t>;</a:t>
            </a:r>
          </a:p>
          <a:p>
            <a:pPr>
              <a:spcBef>
                <a:spcPct val="15000"/>
              </a:spcBef>
              <a:buFontTx/>
              <a:buNone/>
            </a:pPr>
            <a:r>
              <a:rPr lang="es-AR" sz="1800" dirty="0" err="1" smtClean="0"/>
              <a:t>var</a:t>
            </a:r>
            <a:endParaRPr lang="es-AR" sz="1800" dirty="0" smtClean="0"/>
          </a:p>
          <a:p>
            <a:pPr>
              <a:spcBef>
                <a:spcPct val="15000"/>
              </a:spcBef>
              <a:buFontTx/>
              <a:buNone/>
            </a:pPr>
            <a:r>
              <a:rPr lang="es-AR" sz="1800" dirty="0" smtClean="0"/>
              <a:t>suma, i : </a:t>
            </a:r>
            <a:r>
              <a:rPr lang="es-AR" sz="1800" dirty="0" err="1" smtClean="0"/>
              <a:t>integer</a:t>
            </a:r>
            <a:r>
              <a:rPr lang="es-AR" sz="1800" dirty="0" smtClean="0"/>
              <a:t>;</a:t>
            </a:r>
          </a:p>
          <a:p>
            <a:pPr>
              <a:spcBef>
                <a:spcPct val="15000"/>
              </a:spcBef>
              <a:buFontTx/>
              <a:buNone/>
            </a:pPr>
            <a:r>
              <a:rPr lang="es-AR" sz="1800" dirty="0" smtClean="0"/>
              <a:t>promedio: real;</a:t>
            </a:r>
          </a:p>
          <a:p>
            <a:pPr>
              <a:spcBef>
                <a:spcPct val="15000"/>
              </a:spcBef>
              <a:buFontTx/>
              <a:buNone/>
            </a:pPr>
            <a:r>
              <a:rPr lang="es-AR" sz="1800" dirty="0" err="1" smtClean="0"/>
              <a:t>numeros</a:t>
            </a:r>
            <a:r>
              <a:rPr lang="es-AR" sz="1800" dirty="0" smtClean="0"/>
              <a:t> : </a:t>
            </a:r>
            <a:r>
              <a:rPr lang="es-AR" sz="1800" dirty="0" err="1" smtClean="0"/>
              <a:t>t_numeros</a:t>
            </a:r>
            <a:r>
              <a:rPr lang="es-AR" sz="1800" dirty="0" smtClean="0"/>
              <a:t>;</a:t>
            </a:r>
          </a:p>
          <a:p>
            <a:pPr>
              <a:spcBef>
                <a:spcPct val="15000"/>
              </a:spcBef>
              <a:buFontTx/>
              <a:buNone/>
            </a:pPr>
            <a:r>
              <a:rPr lang="es-AR" sz="1800" dirty="0" err="1" smtClean="0"/>
              <a:t>begin</a:t>
            </a:r>
            <a:endParaRPr lang="es-AR" sz="1800" dirty="0" smtClean="0"/>
          </a:p>
          <a:p>
            <a:pPr>
              <a:spcBef>
                <a:spcPct val="15000"/>
              </a:spcBef>
              <a:buFontTx/>
              <a:buNone/>
            </a:pPr>
            <a:r>
              <a:rPr lang="es-AR" sz="1800" dirty="0" smtClean="0"/>
              <a:t>suma := 0;</a:t>
            </a:r>
          </a:p>
          <a:p>
            <a:endParaRPr lang="es-AR" dirty="0" smtClean="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4 Marcador de número de diapositiva"/>
          <p:cNvSpPr>
            <a:spLocks noGrp="1"/>
          </p:cNvSpPr>
          <p:nvPr>
            <p:ph type="sldNum" sz="quarter" idx="11"/>
          </p:nvPr>
        </p:nvSpPr>
        <p:spPr>
          <a:noFill/>
        </p:spPr>
        <p:txBody>
          <a:bodyPr/>
          <a:lstStyle/>
          <a:p>
            <a:fld id="{E667B773-9D70-4E21-AAEF-DECBB6D1CB41}" type="slidenum">
              <a:rPr lang="es-ES"/>
              <a:pPr/>
              <a:t>21</a:t>
            </a:fld>
            <a:endParaRPr lang="es-ES"/>
          </a:p>
        </p:txBody>
      </p:sp>
      <p:sp>
        <p:nvSpPr>
          <p:cNvPr id="36866" name="Rectangle 2"/>
          <p:cNvSpPr>
            <a:spLocks noGrp="1" noChangeArrowheads="1"/>
          </p:cNvSpPr>
          <p:nvPr>
            <p:ph type="title"/>
          </p:nvPr>
        </p:nvSpPr>
        <p:spPr>
          <a:xfrm>
            <a:off x="827584" y="116632"/>
            <a:ext cx="7315200" cy="1143000"/>
          </a:xfrm>
        </p:spPr>
        <p:txBody>
          <a:bodyPr/>
          <a:lstStyle/>
          <a:p>
            <a:pPr>
              <a:defRPr/>
            </a:pPr>
            <a:r>
              <a:rPr lang="es-AR" dirty="0" smtClean="0"/>
              <a:t>Vectores - Ejemplos resueltos</a:t>
            </a:r>
          </a:p>
        </p:txBody>
      </p:sp>
      <p:sp>
        <p:nvSpPr>
          <p:cNvPr id="38917" name="Rectangle 3"/>
          <p:cNvSpPr>
            <a:spLocks noGrp="1" noChangeArrowheads="1"/>
          </p:cNvSpPr>
          <p:nvPr>
            <p:ph type="body" idx="1"/>
          </p:nvPr>
        </p:nvSpPr>
        <p:spPr>
          <a:xfrm>
            <a:off x="914400" y="1600200"/>
            <a:ext cx="7543800" cy="4133056"/>
          </a:xfrm>
        </p:spPr>
        <p:txBody>
          <a:bodyPr/>
          <a:lstStyle/>
          <a:p>
            <a:pPr>
              <a:spcBef>
                <a:spcPct val="15000"/>
              </a:spcBef>
              <a:buFontTx/>
              <a:buNone/>
            </a:pPr>
            <a:r>
              <a:rPr lang="es-AR" sz="1800" dirty="0" err="1" smtClean="0"/>
              <a:t>for</a:t>
            </a:r>
            <a:r>
              <a:rPr lang="es-AR" sz="1800" dirty="0" smtClean="0"/>
              <a:t>  i:= 1 </a:t>
            </a:r>
            <a:r>
              <a:rPr lang="es-AR" sz="1800" dirty="0" err="1" smtClean="0"/>
              <a:t>to</a:t>
            </a:r>
            <a:r>
              <a:rPr lang="es-AR" sz="1800" dirty="0" smtClean="0"/>
              <a:t> </a:t>
            </a:r>
            <a:r>
              <a:rPr lang="es-AR" sz="1800" dirty="0" err="1" smtClean="0"/>
              <a:t>max</a:t>
            </a:r>
            <a:r>
              <a:rPr lang="es-AR" sz="1800" dirty="0" smtClean="0"/>
              <a:t> do </a:t>
            </a:r>
          </a:p>
          <a:p>
            <a:pPr>
              <a:spcBef>
                <a:spcPct val="15000"/>
              </a:spcBef>
              <a:buFontTx/>
              <a:buNone/>
            </a:pPr>
            <a:r>
              <a:rPr lang="es-AR" sz="1800" dirty="0" smtClean="0"/>
              <a:t>	</a:t>
            </a:r>
            <a:r>
              <a:rPr lang="es-AR" sz="1800" dirty="0" err="1" smtClean="0"/>
              <a:t>begin</a:t>
            </a:r>
            <a:endParaRPr lang="es-AR" sz="1800" dirty="0" smtClean="0"/>
          </a:p>
          <a:p>
            <a:pPr>
              <a:spcBef>
                <a:spcPct val="15000"/>
              </a:spcBef>
              <a:buFontTx/>
              <a:buNone/>
            </a:pPr>
            <a:r>
              <a:rPr lang="es-AR" sz="1800" dirty="0" smtClean="0"/>
              <a:t>	</a:t>
            </a:r>
            <a:r>
              <a:rPr lang="es-AR" sz="1800" dirty="0" err="1" smtClean="0"/>
              <a:t>read</a:t>
            </a:r>
            <a:r>
              <a:rPr lang="es-AR" sz="1800" dirty="0" smtClean="0"/>
              <a:t>(</a:t>
            </a:r>
            <a:r>
              <a:rPr lang="es-AR" sz="1800" dirty="0" err="1" smtClean="0"/>
              <a:t>numeros</a:t>
            </a:r>
            <a:r>
              <a:rPr lang="es-AR" sz="1800" dirty="0" smtClean="0"/>
              <a:t>[i] )</a:t>
            </a:r>
          </a:p>
          <a:p>
            <a:pPr>
              <a:spcBef>
                <a:spcPct val="15000"/>
              </a:spcBef>
              <a:buFontTx/>
              <a:buNone/>
            </a:pPr>
            <a:r>
              <a:rPr lang="es-AR" sz="1800" dirty="0" smtClean="0"/>
              <a:t>	suma:= suma +</a:t>
            </a:r>
            <a:r>
              <a:rPr lang="es-AR" sz="1800" dirty="0" err="1" smtClean="0"/>
              <a:t>numeros</a:t>
            </a:r>
            <a:r>
              <a:rPr lang="es-AR" sz="1800" dirty="0" smtClean="0"/>
              <a:t>[i];</a:t>
            </a:r>
          </a:p>
          <a:p>
            <a:pPr>
              <a:spcBef>
                <a:spcPct val="15000"/>
              </a:spcBef>
              <a:buFontTx/>
              <a:buNone/>
            </a:pPr>
            <a:r>
              <a:rPr lang="es-AR" sz="1800" dirty="0" smtClean="0"/>
              <a:t>	</a:t>
            </a:r>
            <a:r>
              <a:rPr lang="es-AR" sz="1800" dirty="0" err="1" smtClean="0"/>
              <a:t>end</a:t>
            </a:r>
            <a:r>
              <a:rPr lang="es-AR" sz="1800" dirty="0" smtClean="0"/>
              <a:t>;</a:t>
            </a:r>
          </a:p>
          <a:p>
            <a:pPr>
              <a:spcBef>
                <a:spcPct val="15000"/>
              </a:spcBef>
              <a:buFontTx/>
              <a:buNone/>
            </a:pPr>
            <a:r>
              <a:rPr lang="es-AR" sz="1800" dirty="0" smtClean="0"/>
              <a:t>Promedio:= suma/</a:t>
            </a:r>
            <a:r>
              <a:rPr lang="es-AR" sz="1800" dirty="0" err="1" smtClean="0"/>
              <a:t>max</a:t>
            </a:r>
            <a:r>
              <a:rPr lang="es-AR" sz="1800" dirty="0" smtClean="0"/>
              <a:t>;</a:t>
            </a:r>
          </a:p>
          <a:p>
            <a:pPr>
              <a:spcBef>
                <a:spcPct val="15000"/>
              </a:spcBef>
              <a:buFontTx/>
              <a:buNone/>
            </a:pPr>
            <a:r>
              <a:rPr lang="es-AR" sz="1800" dirty="0" err="1" smtClean="0"/>
              <a:t>writeln</a:t>
            </a:r>
            <a:r>
              <a:rPr lang="es-AR" sz="1800" dirty="0" smtClean="0"/>
              <a:t> (´El promedio es ´,Promedio´);</a:t>
            </a:r>
          </a:p>
          <a:p>
            <a:pPr>
              <a:spcBef>
                <a:spcPct val="15000"/>
              </a:spcBef>
              <a:buFontTx/>
              <a:buNone/>
            </a:pPr>
            <a:r>
              <a:rPr lang="es-AR" sz="1800" dirty="0" err="1" smtClean="0"/>
              <a:t>for</a:t>
            </a:r>
            <a:r>
              <a:rPr lang="es-AR" sz="1800" dirty="0" smtClean="0"/>
              <a:t> i := 1 </a:t>
            </a:r>
            <a:r>
              <a:rPr lang="es-AR" sz="1800" dirty="0" err="1" smtClean="0"/>
              <a:t>to</a:t>
            </a:r>
            <a:r>
              <a:rPr lang="es-AR" sz="1800" dirty="0" smtClean="0"/>
              <a:t> 50 do </a:t>
            </a:r>
          </a:p>
          <a:p>
            <a:pPr>
              <a:spcBef>
                <a:spcPct val="15000"/>
              </a:spcBef>
              <a:buFontTx/>
              <a:buNone/>
            </a:pPr>
            <a:r>
              <a:rPr lang="es-AR" sz="1800" dirty="0" smtClean="0"/>
              <a:t>	</a:t>
            </a:r>
            <a:r>
              <a:rPr lang="es-AR" sz="1800" dirty="0" err="1" smtClean="0"/>
              <a:t>if</a:t>
            </a:r>
            <a:r>
              <a:rPr lang="es-AR" sz="1800" dirty="0" smtClean="0"/>
              <a:t> </a:t>
            </a:r>
            <a:r>
              <a:rPr lang="es-AR" sz="1800" dirty="0" err="1" smtClean="0"/>
              <a:t>numeros</a:t>
            </a:r>
            <a:r>
              <a:rPr lang="es-AR" sz="1800" dirty="0" smtClean="0"/>
              <a:t>[i] &gt; promedio</a:t>
            </a:r>
          </a:p>
          <a:p>
            <a:pPr>
              <a:spcBef>
                <a:spcPct val="15000"/>
              </a:spcBef>
              <a:buFontTx/>
              <a:buNone/>
            </a:pPr>
            <a:r>
              <a:rPr lang="es-AR" sz="1800" dirty="0" smtClean="0"/>
              <a:t>	</a:t>
            </a:r>
            <a:r>
              <a:rPr lang="es-AR" sz="1800" dirty="0" err="1" smtClean="0"/>
              <a:t>then</a:t>
            </a:r>
            <a:endParaRPr lang="es-AR" sz="1800" dirty="0" smtClean="0"/>
          </a:p>
          <a:p>
            <a:pPr>
              <a:spcBef>
                <a:spcPct val="15000"/>
              </a:spcBef>
              <a:buFontTx/>
              <a:buNone/>
            </a:pPr>
            <a:r>
              <a:rPr lang="es-AR" sz="1800" dirty="0" smtClean="0"/>
              <a:t>		</a:t>
            </a:r>
            <a:r>
              <a:rPr lang="es-AR" sz="1800" dirty="0" err="1" smtClean="0"/>
              <a:t>writeln</a:t>
            </a:r>
            <a:r>
              <a:rPr lang="es-AR" sz="1800" dirty="0" smtClean="0"/>
              <a:t> (´El número´, </a:t>
            </a:r>
            <a:r>
              <a:rPr lang="es-AR" sz="1800" dirty="0" err="1" smtClean="0"/>
              <a:t>numeros</a:t>
            </a:r>
            <a:r>
              <a:rPr lang="es-AR" sz="1800" dirty="0" smtClean="0"/>
              <a:t>[i], ´es mayor al promedio´);</a:t>
            </a:r>
          </a:p>
          <a:p>
            <a:pPr>
              <a:spcBef>
                <a:spcPct val="15000"/>
              </a:spcBef>
              <a:buFontTx/>
              <a:buNone/>
            </a:pPr>
            <a:r>
              <a:rPr lang="es-AR" sz="1800" dirty="0" err="1" smtClean="0"/>
              <a:t>end</a:t>
            </a:r>
            <a:r>
              <a:rPr lang="es-AR" sz="1800" dirty="0" smtClean="0"/>
              <a:t>.</a:t>
            </a:r>
          </a:p>
          <a:p>
            <a:endParaRPr lang="es-AR" dirty="0" smtClean="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4 Marcador de número de diapositiva"/>
          <p:cNvSpPr>
            <a:spLocks noGrp="1"/>
          </p:cNvSpPr>
          <p:nvPr>
            <p:ph type="sldNum" sz="quarter" idx="11"/>
          </p:nvPr>
        </p:nvSpPr>
        <p:spPr>
          <a:noFill/>
        </p:spPr>
        <p:txBody>
          <a:bodyPr/>
          <a:lstStyle/>
          <a:p>
            <a:fld id="{DC8B5C20-229E-43AF-8914-D0F2F24D0FA9}" type="slidenum">
              <a:rPr lang="es-ES"/>
              <a:pPr/>
              <a:t>22</a:t>
            </a:fld>
            <a:endParaRPr lang="es-ES"/>
          </a:p>
        </p:txBody>
      </p:sp>
      <p:sp>
        <p:nvSpPr>
          <p:cNvPr id="37890" name="Rectangle 2"/>
          <p:cNvSpPr>
            <a:spLocks noGrp="1" noChangeArrowheads="1"/>
          </p:cNvSpPr>
          <p:nvPr>
            <p:ph type="title"/>
          </p:nvPr>
        </p:nvSpPr>
        <p:spPr>
          <a:xfrm>
            <a:off x="899592" y="20613"/>
            <a:ext cx="7315200" cy="1143000"/>
          </a:xfrm>
        </p:spPr>
        <p:txBody>
          <a:bodyPr/>
          <a:lstStyle/>
          <a:p>
            <a:pPr>
              <a:defRPr/>
            </a:pPr>
            <a:r>
              <a:rPr lang="es-AR" dirty="0" smtClean="0"/>
              <a:t>Vectores - Ejemplos resueltos</a:t>
            </a:r>
          </a:p>
        </p:txBody>
      </p:sp>
      <p:sp>
        <p:nvSpPr>
          <p:cNvPr id="39941" name="Rectangle 3"/>
          <p:cNvSpPr>
            <a:spLocks noGrp="1" noChangeArrowheads="1"/>
          </p:cNvSpPr>
          <p:nvPr>
            <p:ph type="body" idx="1"/>
          </p:nvPr>
        </p:nvSpPr>
        <p:spPr>
          <a:xfrm>
            <a:off x="914400" y="908720"/>
            <a:ext cx="7834064" cy="5472608"/>
          </a:xfrm>
        </p:spPr>
        <p:txBody>
          <a:bodyPr/>
          <a:lstStyle/>
          <a:p>
            <a:pPr>
              <a:spcBef>
                <a:spcPct val="15000"/>
              </a:spcBef>
              <a:buNone/>
            </a:pPr>
            <a:r>
              <a:rPr lang="es-AR" sz="1800" dirty="0"/>
              <a:t>Ej3 - Dados n números, obtener e imprimir la suma de todos ellos. A continuación mostrar por pantalla todos los sumandos.</a:t>
            </a:r>
          </a:p>
          <a:p>
            <a:pPr>
              <a:spcBef>
                <a:spcPct val="15000"/>
              </a:spcBef>
              <a:buFontTx/>
              <a:buNone/>
            </a:pPr>
            <a:endParaRPr lang="es-AR" sz="1800" dirty="0" smtClean="0"/>
          </a:p>
          <a:p>
            <a:pPr>
              <a:spcBef>
                <a:spcPct val="15000"/>
              </a:spcBef>
              <a:buFontTx/>
              <a:buNone/>
            </a:pPr>
            <a:r>
              <a:rPr lang="es-AR" sz="1800" dirty="0" err="1" smtClean="0"/>
              <a:t>Program</a:t>
            </a:r>
            <a:r>
              <a:rPr lang="es-AR" sz="1800" dirty="0" smtClean="0"/>
              <a:t> Ej3; </a:t>
            </a:r>
          </a:p>
          <a:p>
            <a:pPr>
              <a:spcBef>
                <a:spcPct val="15000"/>
              </a:spcBef>
              <a:buFontTx/>
              <a:buNone/>
            </a:pPr>
            <a:r>
              <a:rPr lang="es-AR" sz="1800" dirty="0" err="1" smtClean="0"/>
              <a:t>const</a:t>
            </a:r>
            <a:endParaRPr lang="es-AR" sz="1800" dirty="0" smtClean="0"/>
          </a:p>
          <a:p>
            <a:pPr>
              <a:spcBef>
                <a:spcPct val="15000"/>
              </a:spcBef>
              <a:buFontTx/>
              <a:buNone/>
            </a:pPr>
            <a:r>
              <a:rPr lang="es-AR" sz="1800" dirty="0" err="1" smtClean="0"/>
              <a:t>max</a:t>
            </a:r>
            <a:r>
              <a:rPr lang="es-AR" sz="1800" dirty="0" smtClean="0"/>
              <a:t> = 100;</a:t>
            </a:r>
          </a:p>
          <a:p>
            <a:pPr>
              <a:spcBef>
                <a:spcPct val="15000"/>
              </a:spcBef>
              <a:buFontTx/>
              <a:buNone/>
            </a:pPr>
            <a:r>
              <a:rPr lang="es-AR" sz="1800" dirty="0" err="1" smtClean="0"/>
              <a:t>type</a:t>
            </a:r>
            <a:endParaRPr lang="es-AR" sz="1800" dirty="0" smtClean="0"/>
          </a:p>
          <a:p>
            <a:pPr>
              <a:spcBef>
                <a:spcPct val="15000"/>
              </a:spcBef>
              <a:buFontTx/>
              <a:buNone/>
            </a:pPr>
            <a:r>
              <a:rPr lang="es-AR" sz="1800" dirty="0" err="1" smtClean="0"/>
              <a:t>t_numeros</a:t>
            </a:r>
            <a:r>
              <a:rPr lang="es-AR" sz="1800" dirty="0" smtClean="0"/>
              <a:t> = </a:t>
            </a:r>
            <a:r>
              <a:rPr lang="es-AR" sz="1800" dirty="0" err="1" smtClean="0"/>
              <a:t>array</a:t>
            </a:r>
            <a:r>
              <a:rPr lang="es-AR" sz="1800" dirty="0" smtClean="0"/>
              <a:t>[1.. </a:t>
            </a:r>
            <a:r>
              <a:rPr lang="es-AR" sz="1800" dirty="0" err="1" smtClean="0"/>
              <a:t>max</a:t>
            </a:r>
            <a:r>
              <a:rPr lang="es-AR" sz="1800" dirty="0" smtClean="0"/>
              <a:t>] of </a:t>
            </a:r>
            <a:r>
              <a:rPr lang="es-AR" sz="1800" dirty="0" err="1" smtClean="0"/>
              <a:t>integer</a:t>
            </a:r>
            <a:r>
              <a:rPr lang="es-AR" sz="1800" dirty="0" smtClean="0"/>
              <a:t>;</a:t>
            </a:r>
          </a:p>
          <a:p>
            <a:pPr>
              <a:spcBef>
                <a:spcPct val="15000"/>
              </a:spcBef>
              <a:buFontTx/>
              <a:buNone/>
            </a:pPr>
            <a:r>
              <a:rPr lang="es-AR" sz="1800" dirty="0" err="1" smtClean="0"/>
              <a:t>var</a:t>
            </a:r>
            <a:endParaRPr lang="es-AR" sz="1800" dirty="0" smtClean="0"/>
          </a:p>
          <a:p>
            <a:pPr>
              <a:spcBef>
                <a:spcPct val="15000"/>
              </a:spcBef>
              <a:buFontTx/>
              <a:buNone/>
            </a:pPr>
            <a:r>
              <a:rPr lang="es-AR" sz="1800" dirty="0" smtClean="0"/>
              <a:t>suma, i, n  : </a:t>
            </a:r>
            <a:r>
              <a:rPr lang="es-AR" sz="1800" dirty="0" err="1" smtClean="0"/>
              <a:t>integer</a:t>
            </a:r>
            <a:r>
              <a:rPr lang="es-AR" sz="1800" dirty="0" smtClean="0"/>
              <a:t>;</a:t>
            </a:r>
          </a:p>
          <a:p>
            <a:pPr>
              <a:spcBef>
                <a:spcPct val="15000"/>
              </a:spcBef>
              <a:buFontTx/>
              <a:buNone/>
            </a:pPr>
            <a:r>
              <a:rPr lang="es-AR" sz="1800" dirty="0" smtClean="0"/>
              <a:t>promedio: real;</a:t>
            </a:r>
          </a:p>
          <a:p>
            <a:pPr>
              <a:spcBef>
                <a:spcPct val="15000"/>
              </a:spcBef>
              <a:buFontTx/>
              <a:buNone/>
            </a:pPr>
            <a:r>
              <a:rPr lang="es-AR" sz="1800" dirty="0" err="1" smtClean="0"/>
              <a:t>numeros</a:t>
            </a:r>
            <a:r>
              <a:rPr lang="es-AR" sz="1800" dirty="0" smtClean="0"/>
              <a:t> : </a:t>
            </a:r>
            <a:r>
              <a:rPr lang="es-AR" sz="1800" dirty="0" err="1" smtClean="0"/>
              <a:t>t_numeros</a:t>
            </a:r>
            <a:r>
              <a:rPr lang="es-AR" sz="1800" dirty="0" smtClean="0"/>
              <a:t>;</a:t>
            </a:r>
          </a:p>
          <a:p>
            <a:pPr>
              <a:spcBef>
                <a:spcPct val="15000"/>
              </a:spcBef>
              <a:buFontTx/>
              <a:buNone/>
            </a:pPr>
            <a:r>
              <a:rPr lang="es-AR" sz="1800" dirty="0" err="1" smtClean="0"/>
              <a:t>begin</a:t>
            </a:r>
            <a:endParaRPr lang="es-AR" sz="1800" dirty="0" smtClean="0"/>
          </a:p>
          <a:p>
            <a:pPr>
              <a:spcBef>
                <a:spcPct val="15000"/>
              </a:spcBef>
              <a:buFontTx/>
              <a:buNone/>
            </a:pPr>
            <a:r>
              <a:rPr lang="es-AR" sz="1800" dirty="0" smtClean="0"/>
              <a:t>suma := 0; </a:t>
            </a:r>
          </a:p>
          <a:p>
            <a:pPr>
              <a:spcBef>
                <a:spcPct val="15000"/>
              </a:spcBef>
              <a:buFontTx/>
              <a:buNone/>
            </a:pPr>
            <a:r>
              <a:rPr lang="es-AR" sz="1800" dirty="0" err="1" smtClean="0"/>
              <a:t>write</a:t>
            </a:r>
            <a:r>
              <a:rPr lang="es-AR" sz="1800" dirty="0" smtClean="0"/>
              <a:t> (´Ingrese la cantidad de números a sumar. (Como máximo, 100 números´);</a:t>
            </a:r>
          </a:p>
          <a:p>
            <a:pPr>
              <a:spcBef>
                <a:spcPct val="15000"/>
              </a:spcBef>
              <a:buFontTx/>
              <a:buNone/>
            </a:pPr>
            <a:r>
              <a:rPr lang="es-AR" sz="1800" dirty="0" err="1" smtClean="0"/>
              <a:t>readln</a:t>
            </a:r>
            <a:r>
              <a:rPr lang="es-AR" sz="1800" dirty="0" smtClean="0"/>
              <a:t>(n);</a:t>
            </a:r>
            <a:endParaRPr lang="es-AR" dirty="0" smtClean="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4 Marcador de número de diapositiva"/>
          <p:cNvSpPr>
            <a:spLocks noGrp="1"/>
          </p:cNvSpPr>
          <p:nvPr>
            <p:ph type="sldNum" sz="quarter" idx="11"/>
          </p:nvPr>
        </p:nvSpPr>
        <p:spPr>
          <a:noFill/>
        </p:spPr>
        <p:txBody>
          <a:bodyPr/>
          <a:lstStyle/>
          <a:p>
            <a:fld id="{8E053C2F-BBBB-430D-A6AE-053B666F54F5}" type="slidenum">
              <a:rPr lang="es-ES"/>
              <a:pPr/>
              <a:t>23</a:t>
            </a:fld>
            <a:endParaRPr lang="es-ES"/>
          </a:p>
        </p:txBody>
      </p:sp>
      <p:sp>
        <p:nvSpPr>
          <p:cNvPr id="39938" name="Rectangle 2"/>
          <p:cNvSpPr>
            <a:spLocks noGrp="1" noChangeArrowheads="1"/>
          </p:cNvSpPr>
          <p:nvPr>
            <p:ph type="title"/>
          </p:nvPr>
        </p:nvSpPr>
        <p:spPr>
          <a:xfrm>
            <a:off x="827584" y="116632"/>
            <a:ext cx="7315200" cy="1143000"/>
          </a:xfrm>
        </p:spPr>
        <p:txBody>
          <a:bodyPr/>
          <a:lstStyle/>
          <a:p>
            <a:pPr>
              <a:defRPr/>
            </a:pPr>
            <a:r>
              <a:rPr lang="es-AR" dirty="0" smtClean="0"/>
              <a:t>Vectores - Ejemplos resueltos</a:t>
            </a:r>
          </a:p>
        </p:txBody>
      </p:sp>
      <p:sp>
        <p:nvSpPr>
          <p:cNvPr id="40965" name="Rectangle 3"/>
          <p:cNvSpPr>
            <a:spLocks noGrp="1" noChangeArrowheads="1"/>
          </p:cNvSpPr>
          <p:nvPr>
            <p:ph type="body" idx="1"/>
          </p:nvPr>
        </p:nvSpPr>
        <p:spPr>
          <a:xfrm>
            <a:off x="914400" y="1600200"/>
            <a:ext cx="7543800" cy="3657600"/>
          </a:xfrm>
        </p:spPr>
        <p:txBody>
          <a:bodyPr/>
          <a:lstStyle/>
          <a:p>
            <a:pPr>
              <a:spcBef>
                <a:spcPct val="15000"/>
              </a:spcBef>
              <a:buFontTx/>
              <a:buNone/>
            </a:pPr>
            <a:r>
              <a:rPr lang="es-AR" sz="1800" dirty="0" err="1" smtClean="0"/>
              <a:t>for</a:t>
            </a:r>
            <a:r>
              <a:rPr lang="es-AR" sz="1800" dirty="0" smtClean="0"/>
              <a:t>  i:= 1 </a:t>
            </a:r>
            <a:r>
              <a:rPr lang="es-AR" sz="1800" dirty="0" err="1" smtClean="0"/>
              <a:t>to</a:t>
            </a:r>
            <a:r>
              <a:rPr lang="es-AR" sz="1800" dirty="0" smtClean="0"/>
              <a:t> n do </a:t>
            </a:r>
          </a:p>
          <a:p>
            <a:pPr>
              <a:spcBef>
                <a:spcPct val="15000"/>
              </a:spcBef>
              <a:buFontTx/>
              <a:buNone/>
            </a:pPr>
            <a:r>
              <a:rPr lang="es-AR" sz="1800" dirty="0" smtClean="0"/>
              <a:t>	</a:t>
            </a:r>
            <a:r>
              <a:rPr lang="es-AR" sz="1800" dirty="0" err="1" smtClean="0"/>
              <a:t>begin</a:t>
            </a:r>
            <a:endParaRPr lang="es-AR" sz="1800" dirty="0" smtClean="0"/>
          </a:p>
          <a:p>
            <a:pPr>
              <a:spcBef>
                <a:spcPct val="15000"/>
              </a:spcBef>
              <a:buFontTx/>
              <a:buNone/>
            </a:pPr>
            <a:r>
              <a:rPr lang="es-AR" sz="1800" dirty="0" smtClean="0"/>
              <a:t>	</a:t>
            </a:r>
            <a:r>
              <a:rPr lang="es-AR" sz="1800" dirty="0" err="1" smtClean="0"/>
              <a:t>read</a:t>
            </a:r>
            <a:r>
              <a:rPr lang="es-AR" sz="1800" dirty="0" smtClean="0"/>
              <a:t>(</a:t>
            </a:r>
            <a:r>
              <a:rPr lang="es-AR" sz="1800" dirty="0" err="1" smtClean="0"/>
              <a:t>numeros</a:t>
            </a:r>
            <a:r>
              <a:rPr lang="es-AR" sz="1800" dirty="0" smtClean="0"/>
              <a:t>[i] )</a:t>
            </a:r>
          </a:p>
          <a:p>
            <a:pPr>
              <a:spcBef>
                <a:spcPct val="15000"/>
              </a:spcBef>
              <a:buFontTx/>
              <a:buNone/>
            </a:pPr>
            <a:r>
              <a:rPr lang="es-AR" sz="1800" dirty="0" smtClean="0"/>
              <a:t>	suma:= suma +</a:t>
            </a:r>
            <a:r>
              <a:rPr lang="es-AR" sz="1800" dirty="0" err="1" smtClean="0"/>
              <a:t>numeros</a:t>
            </a:r>
            <a:r>
              <a:rPr lang="es-AR" sz="1800" dirty="0" smtClean="0"/>
              <a:t>[i];</a:t>
            </a:r>
          </a:p>
          <a:p>
            <a:pPr>
              <a:spcBef>
                <a:spcPct val="15000"/>
              </a:spcBef>
              <a:buFontTx/>
              <a:buNone/>
            </a:pPr>
            <a:r>
              <a:rPr lang="es-AR" sz="1800" dirty="0" smtClean="0"/>
              <a:t>	</a:t>
            </a:r>
            <a:r>
              <a:rPr lang="es-AR" sz="1800" dirty="0" err="1" smtClean="0"/>
              <a:t>end</a:t>
            </a:r>
            <a:r>
              <a:rPr lang="es-AR" sz="1800" dirty="0" smtClean="0"/>
              <a:t>;</a:t>
            </a:r>
          </a:p>
          <a:p>
            <a:pPr>
              <a:spcBef>
                <a:spcPct val="15000"/>
              </a:spcBef>
              <a:buFontTx/>
              <a:buNone/>
            </a:pPr>
            <a:r>
              <a:rPr lang="es-AR" sz="1800" dirty="0" err="1" smtClean="0"/>
              <a:t>writeln</a:t>
            </a:r>
            <a:r>
              <a:rPr lang="es-AR" sz="1800" dirty="0" smtClean="0"/>
              <a:t> (´La suma es ´,suma´);</a:t>
            </a:r>
          </a:p>
          <a:p>
            <a:pPr>
              <a:spcBef>
                <a:spcPct val="15000"/>
              </a:spcBef>
              <a:buFontTx/>
              <a:buNone/>
            </a:pPr>
            <a:r>
              <a:rPr lang="es-AR" sz="1800" dirty="0" err="1" smtClean="0"/>
              <a:t>for</a:t>
            </a:r>
            <a:r>
              <a:rPr lang="es-AR" sz="1800" dirty="0" smtClean="0"/>
              <a:t> i := 1 </a:t>
            </a:r>
            <a:r>
              <a:rPr lang="es-AR" sz="1800" dirty="0" err="1" smtClean="0"/>
              <a:t>to</a:t>
            </a:r>
            <a:r>
              <a:rPr lang="es-AR" sz="1800" dirty="0" smtClean="0"/>
              <a:t> n do </a:t>
            </a:r>
          </a:p>
          <a:p>
            <a:pPr>
              <a:spcBef>
                <a:spcPct val="15000"/>
              </a:spcBef>
              <a:buFontTx/>
              <a:buNone/>
            </a:pPr>
            <a:r>
              <a:rPr lang="es-AR" sz="1800" dirty="0" smtClean="0"/>
              <a:t>	</a:t>
            </a:r>
            <a:r>
              <a:rPr lang="es-AR" sz="1800" dirty="0" err="1" smtClean="0"/>
              <a:t>writeln</a:t>
            </a:r>
            <a:r>
              <a:rPr lang="es-AR" sz="1800" dirty="0" smtClean="0"/>
              <a:t> (´El sumando´, i, ´es´, </a:t>
            </a:r>
            <a:r>
              <a:rPr lang="es-AR" sz="1800" dirty="0" err="1" smtClean="0"/>
              <a:t>numeros</a:t>
            </a:r>
            <a:r>
              <a:rPr lang="es-AR" sz="1800" dirty="0" smtClean="0"/>
              <a:t>[i]);</a:t>
            </a:r>
          </a:p>
          <a:p>
            <a:pPr>
              <a:spcBef>
                <a:spcPct val="15000"/>
              </a:spcBef>
              <a:buFontTx/>
              <a:buNone/>
            </a:pPr>
            <a:r>
              <a:rPr lang="es-AR" sz="1800" dirty="0" err="1" smtClean="0"/>
              <a:t>end</a:t>
            </a:r>
            <a:r>
              <a:rPr lang="es-AR" sz="1800" dirty="0" smtClean="0"/>
              <a:t>.</a:t>
            </a:r>
          </a:p>
          <a:p>
            <a:endParaRPr lang="es-AR" dirty="0" smtClean="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4 Marcador de número de diapositiva"/>
          <p:cNvSpPr>
            <a:spLocks noGrp="1"/>
          </p:cNvSpPr>
          <p:nvPr>
            <p:ph type="sldNum" sz="quarter" idx="11"/>
          </p:nvPr>
        </p:nvSpPr>
        <p:spPr>
          <a:noFill/>
        </p:spPr>
        <p:txBody>
          <a:bodyPr/>
          <a:lstStyle/>
          <a:p>
            <a:fld id="{2E369374-D568-43F7-9AFC-B35B60D989BE}" type="slidenum">
              <a:rPr lang="es-ES"/>
              <a:pPr/>
              <a:t>24</a:t>
            </a:fld>
            <a:endParaRPr lang="es-ES"/>
          </a:p>
        </p:txBody>
      </p:sp>
      <p:sp>
        <p:nvSpPr>
          <p:cNvPr id="40962" name="Rectangle 2"/>
          <p:cNvSpPr>
            <a:spLocks noGrp="1" noChangeArrowheads="1"/>
          </p:cNvSpPr>
          <p:nvPr>
            <p:ph type="title"/>
          </p:nvPr>
        </p:nvSpPr>
        <p:spPr>
          <a:xfrm>
            <a:off x="899592" y="188640"/>
            <a:ext cx="7315200" cy="1143000"/>
          </a:xfrm>
        </p:spPr>
        <p:txBody>
          <a:bodyPr/>
          <a:lstStyle/>
          <a:p>
            <a:pPr>
              <a:defRPr/>
            </a:pPr>
            <a:r>
              <a:rPr lang="es-AR" dirty="0" smtClean="0"/>
              <a:t> Vectores - Vectores Paralelos </a:t>
            </a:r>
          </a:p>
        </p:txBody>
      </p:sp>
      <p:sp>
        <p:nvSpPr>
          <p:cNvPr id="41989" name="Rectangle 3"/>
          <p:cNvSpPr>
            <a:spLocks noGrp="1" noChangeArrowheads="1"/>
          </p:cNvSpPr>
          <p:nvPr>
            <p:ph type="body" idx="1"/>
          </p:nvPr>
        </p:nvSpPr>
        <p:spPr>
          <a:xfrm>
            <a:off x="914400" y="1196752"/>
            <a:ext cx="7543800" cy="4785320"/>
          </a:xfrm>
        </p:spPr>
        <p:txBody>
          <a:bodyPr/>
          <a:lstStyle/>
          <a:p>
            <a:pPr algn="just"/>
            <a:r>
              <a:rPr lang="es-AR" dirty="0" smtClean="0"/>
              <a:t>Dos o más arreglos que utilizan el mismo subíndice para acceder a elementos de distintos arreglos, se denominan arreglos paralelos. Estos arreglos pueden procesarse simultáneamente.</a:t>
            </a:r>
          </a:p>
          <a:p>
            <a:pPr algn="just"/>
            <a:r>
              <a:rPr lang="es-AR" dirty="0" smtClean="0"/>
              <a:t>Ejercicio:</a:t>
            </a:r>
          </a:p>
          <a:p>
            <a:pPr lvl="1" algn="just"/>
            <a:r>
              <a:rPr lang="es-AR" dirty="0" smtClean="0"/>
              <a:t>Se tienen dos arreglos. El primero contiene nombres de personas y el segundo contiene los sexos de las personas del primer arreglo, codificados como ´</a:t>
            </a:r>
            <a:r>
              <a:rPr lang="es-AR" dirty="0" err="1" smtClean="0"/>
              <a:t>f´femenino</a:t>
            </a:r>
            <a:r>
              <a:rPr lang="es-AR" dirty="0" smtClean="0"/>
              <a:t> y ´m´ masculino. Obtener a partir de estos otros dos arreglos, el primero de los cuales debe contener todos los nombres de los varones y el segundo, el nombre de todas las mujeres</a:t>
            </a: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4 Marcador de número de diapositiva"/>
          <p:cNvSpPr>
            <a:spLocks noGrp="1"/>
          </p:cNvSpPr>
          <p:nvPr>
            <p:ph type="sldNum" sz="quarter" idx="11"/>
          </p:nvPr>
        </p:nvSpPr>
        <p:spPr>
          <a:noFill/>
        </p:spPr>
        <p:txBody>
          <a:bodyPr/>
          <a:lstStyle/>
          <a:p>
            <a:fld id="{8B8D6B9C-DBA6-468A-A512-6AA8463E4D6E}" type="slidenum">
              <a:rPr lang="es-ES"/>
              <a:pPr/>
              <a:t>25</a:t>
            </a:fld>
            <a:endParaRPr lang="es-ES"/>
          </a:p>
        </p:txBody>
      </p:sp>
      <p:sp>
        <p:nvSpPr>
          <p:cNvPr id="41986" name="Rectangle 2"/>
          <p:cNvSpPr>
            <a:spLocks noGrp="1" noChangeArrowheads="1"/>
          </p:cNvSpPr>
          <p:nvPr>
            <p:ph type="title"/>
          </p:nvPr>
        </p:nvSpPr>
        <p:spPr/>
        <p:txBody>
          <a:bodyPr/>
          <a:lstStyle/>
          <a:p>
            <a:pPr>
              <a:defRPr/>
            </a:pPr>
            <a:r>
              <a:rPr lang="es-AR" smtClean="0"/>
              <a:t>Matrices</a:t>
            </a:r>
          </a:p>
        </p:txBody>
      </p:sp>
      <p:sp>
        <p:nvSpPr>
          <p:cNvPr id="43013" name="Rectangle 3"/>
          <p:cNvSpPr>
            <a:spLocks noGrp="1" noChangeArrowheads="1"/>
          </p:cNvSpPr>
          <p:nvPr>
            <p:ph type="body" idx="1"/>
          </p:nvPr>
        </p:nvSpPr>
        <p:spPr>
          <a:xfrm>
            <a:off x="914400" y="1676400"/>
            <a:ext cx="7543800" cy="3657600"/>
          </a:xfrm>
        </p:spPr>
        <p:txBody>
          <a:bodyPr/>
          <a:lstStyle/>
          <a:p>
            <a:r>
              <a:rPr lang="es-AR" dirty="0" smtClean="0"/>
              <a:t>Resolvamos el siguiente problema:</a:t>
            </a:r>
          </a:p>
          <a:p>
            <a:pPr lvl="1" algn="just"/>
            <a:r>
              <a:rPr lang="es-AR" dirty="0" smtClean="0"/>
              <a:t>Un instituto desea controlar los resultados de los alumnos en las distintas asignaturas de la facultad de Ingeniería. El programa debe ingresar las calificaciones de los alumnos y visualizar en pantalla la media de notas por alumno y la media de notas por asignatura.</a:t>
            </a:r>
          </a:p>
          <a:p>
            <a:pPr marL="714375" lvl="1" indent="0" algn="just">
              <a:buNone/>
            </a:pPr>
            <a:r>
              <a:rPr lang="es-AR" dirty="0" smtClean="0"/>
              <a:t>Las asignaturas están codificadas de 1 a 6 y hay 30 alumnos.</a:t>
            </a:r>
          </a:p>
          <a:p>
            <a:pPr lvl="1"/>
            <a:endParaRPr lang="es-AR" dirty="0" smtClean="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4 Marcador de número de diapositiva"/>
          <p:cNvSpPr>
            <a:spLocks noGrp="1"/>
          </p:cNvSpPr>
          <p:nvPr>
            <p:ph type="sldNum" sz="quarter" idx="11"/>
          </p:nvPr>
        </p:nvSpPr>
        <p:spPr>
          <a:noFill/>
        </p:spPr>
        <p:txBody>
          <a:bodyPr/>
          <a:lstStyle/>
          <a:p>
            <a:fld id="{D87EA4F6-B6B5-4E59-BFDC-0D97C82100F1}" type="slidenum">
              <a:rPr lang="es-ES"/>
              <a:pPr/>
              <a:t>26</a:t>
            </a:fld>
            <a:endParaRPr lang="es-ES"/>
          </a:p>
        </p:txBody>
      </p:sp>
      <p:sp>
        <p:nvSpPr>
          <p:cNvPr id="43010" name="Rectangle 2"/>
          <p:cNvSpPr>
            <a:spLocks noGrp="1" noChangeArrowheads="1"/>
          </p:cNvSpPr>
          <p:nvPr>
            <p:ph type="title"/>
          </p:nvPr>
        </p:nvSpPr>
        <p:spPr/>
        <p:txBody>
          <a:bodyPr/>
          <a:lstStyle/>
          <a:p>
            <a:pPr>
              <a:defRPr/>
            </a:pPr>
            <a:r>
              <a:rPr lang="es-AR" smtClean="0"/>
              <a:t>Matrices</a:t>
            </a:r>
          </a:p>
        </p:txBody>
      </p:sp>
      <p:sp>
        <p:nvSpPr>
          <p:cNvPr id="44037" name="Rectangle 3"/>
          <p:cNvSpPr>
            <a:spLocks noGrp="1" noChangeArrowheads="1"/>
          </p:cNvSpPr>
          <p:nvPr>
            <p:ph type="body" idx="1"/>
          </p:nvPr>
        </p:nvSpPr>
        <p:spPr>
          <a:xfrm>
            <a:off x="914400" y="1676400"/>
            <a:ext cx="7543800" cy="3657600"/>
          </a:xfrm>
        </p:spPr>
        <p:txBody>
          <a:bodyPr/>
          <a:lstStyle/>
          <a:p>
            <a:pPr algn="just"/>
            <a:r>
              <a:rPr lang="es-AR" dirty="0" smtClean="0"/>
              <a:t>Es posible resolver este problema con lo visto hasta ahora? </a:t>
            </a:r>
          </a:p>
          <a:p>
            <a:pPr algn="just"/>
            <a:endParaRPr lang="es-AR" dirty="0" smtClean="0"/>
          </a:p>
          <a:p>
            <a:pPr algn="just"/>
            <a:r>
              <a:rPr lang="es-AR" dirty="0" smtClean="0"/>
              <a:t>Para realizar el anterior programa , debemos trabajar con una tabla (o matriz o arreglo bidimensional)</a:t>
            </a:r>
          </a:p>
          <a:p>
            <a:pPr lvl="1"/>
            <a:endParaRPr lang="es-AR" dirty="0" smtClean="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4 Marcador de número de diapositiva"/>
          <p:cNvSpPr>
            <a:spLocks noGrp="1"/>
          </p:cNvSpPr>
          <p:nvPr>
            <p:ph type="sldNum" sz="quarter" idx="11"/>
          </p:nvPr>
        </p:nvSpPr>
        <p:spPr>
          <a:xfrm>
            <a:off x="6492875" y="6248400"/>
            <a:ext cx="1905000" cy="457200"/>
          </a:xfrm>
          <a:noFill/>
        </p:spPr>
        <p:txBody>
          <a:bodyPr/>
          <a:lstStyle/>
          <a:p>
            <a:fld id="{79AA5F1F-746A-4B83-AFA1-982C9289BE8B}" type="slidenum">
              <a:rPr lang="es-ES"/>
              <a:pPr/>
              <a:t>27</a:t>
            </a:fld>
            <a:endParaRPr lang="es-ES"/>
          </a:p>
        </p:txBody>
      </p:sp>
      <p:sp>
        <p:nvSpPr>
          <p:cNvPr id="44034" name="Rectangle 2"/>
          <p:cNvSpPr>
            <a:spLocks noGrp="1" noChangeArrowheads="1"/>
          </p:cNvSpPr>
          <p:nvPr>
            <p:ph type="title"/>
          </p:nvPr>
        </p:nvSpPr>
        <p:spPr>
          <a:xfrm>
            <a:off x="777875" y="609600"/>
            <a:ext cx="7315200" cy="1143000"/>
          </a:xfrm>
        </p:spPr>
        <p:txBody>
          <a:bodyPr/>
          <a:lstStyle/>
          <a:p>
            <a:pPr>
              <a:defRPr/>
            </a:pPr>
            <a:r>
              <a:rPr lang="es-AR" smtClean="0">
                <a:solidFill>
                  <a:srgbClr val="000000"/>
                </a:solidFill>
              </a:rPr>
              <a:t>Matrices</a:t>
            </a:r>
          </a:p>
        </p:txBody>
      </p:sp>
      <p:grpSp>
        <p:nvGrpSpPr>
          <p:cNvPr id="45061" name="Group 3"/>
          <p:cNvGrpSpPr>
            <a:grpSpLocks/>
          </p:cNvGrpSpPr>
          <p:nvPr/>
        </p:nvGrpSpPr>
        <p:grpSpPr bwMode="auto">
          <a:xfrm>
            <a:off x="3216275" y="2176463"/>
            <a:ext cx="2474913" cy="466725"/>
            <a:chOff x="1536" y="2016"/>
            <a:chExt cx="1559" cy="294"/>
          </a:xfrm>
        </p:grpSpPr>
        <p:sp>
          <p:nvSpPr>
            <p:cNvPr id="45081" name="Text Box 4"/>
            <p:cNvSpPr txBox="1">
              <a:spLocks noChangeArrowheads="1"/>
            </p:cNvSpPr>
            <p:nvPr/>
          </p:nvSpPr>
          <p:spPr bwMode="auto">
            <a:xfrm>
              <a:off x="1536" y="2016"/>
              <a:ext cx="227" cy="294"/>
            </a:xfrm>
            <a:prstGeom prst="rect">
              <a:avLst/>
            </a:prstGeom>
            <a:solidFill>
              <a:schemeClr val="tx1"/>
            </a:solidFill>
            <a:ln w="9525">
              <a:solidFill>
                <a:srgbClr val="000000"/>
              </a:solidFill>
              <a:miter lim="800000"/>
              <a:headEnd/>
              <a:tailEnd/>
            </a:ln>
          </p:spPr>
          <p:txBody>
            <a:bodyPr wrap="none">
              <a:spAutoFit/>
            </a:bodyPr>
            <a:lstStyle/>
            <a:p>
              <a:r>
                <a:rPr lang="es-AR">
                  <a:solidFill>
                    <a:srgbClr val="000000"/>
                  </a:solidFill>
                  <a:latin typeface="Tahoma" pitchFamily="34" charset="0"/>
                </a:rPr>
                <a:t>9</a:t>
              </a:r>
            </a:p>
          </p:txBody>
        </p:sp>
        <p:sp>
          <p:nvSpPr>
            <p:cNvPr id="45082" name="Text Box 5"/>
            <p:cNvSpPr txBox="1">
              <a:spLocks noChangeArrowheads="1"/>
            </p:cNvSpPr>
            <p:nvPr/>
          </p:nvSpPr>
          <p:spPr bwMode="auto">
            <a:xfrm>
              <a:off x="2868" y="2016"/>
              <a:ext cx="227" cy="294"/>
            </a:xfrm>
            <a:prstGeom prst="rect">
              <a:avLst/>
            </a:prstGeom>
            <a:solidFill>
              <a:schemeClr val="tx1"/>
            </a:solidFill>
            <a:ln w="9525">
              <a:solidFill>
                <a:srgbClr val="000000"/>
              </a:solidFill>
              <a:miter lim="800000"/>
              <a:headEnd/>
              <a:tailEnd/>
            </a:ln>
          </p:spPr>
          <p:txBody>
            <a:bodyPr wrap="none">
              <a:spAutoFit/>
            </a:bodyPr>
            <a:lstStyle/>
            <a:p>
              <a:r>
                <a:rPr lang="es-AR">
                  <a:solidFill>
                    <a:srgbClr val="000000"/>
                  </a:solidFill>
                  <a:latin typeface="Tahoma" pitchFamily="34" charset="0"/>
                </a:rPr>
                <a:t>3</a:t>
              </a:r>
            </a:p>
          </p:txBody>
        </p:sp>
        <p:sp>
          <p:nvSpPr>
            <p:cNvPr id="45083" name="Text Box 6"/>
            <p:cNvSpPr txBox="1">
              <a:spLocks noChangeArrowheads="1"/>
            </p:cNvSpPr>
            <p:nvPr/>
          </p:nvSpPr>
          <p:spPr bwMode="auto">
            <a:xfrm>
              <a:off x="1758" y="2016"/>
              <a:ext cx="227" cy="294"/>
            </a:xfrm>
            <a:prstGeom prst="rect">
              <a:avLst/>
            </a:prstGeom>
            <a:solidFill>
              <a:schemeClr val="tx1"/>
            </a:solidFill>
            <a:ln w="9525">
              <a:solidFill>
                <a:srgbClr val="000000"/>
              </a:solidFill>
              <a:miter lim="800000"/>
              <a:headEnd/>
              <a:tailEnd/>
            </a:ln>
          </p:spPr>
          <p:txBody>
            <a:bodyPr wrap="none">
              <a:spAutoFit/>
            </a:bodyPr>
            <a:lstStyle/>
            <a:p>
              <a:r>
                <a:rPr lang="es-AR">
                  <a:solidFill>
                    <a:srgbClr val="000000"/>
                  </a:solidFill>
                  <a:latin typeface="Tahoma" pitchFamily="34" charset="0"/>
                </a:rPr>
                <a:t>5</a:t>
              </a:r>
            </a:p>
          </p:txBody>
        </p:sp>
        <p:sp>
          <p:nvSpPr>
            <p:cNvPr id="45084" name="Text Box 7"/>
            <p:cNvSpPr txBox="1">
              <a:spLocks noChangeArrowheads="1"/>
            </p:cNvSpPr>
            <p:nvPr/>
          </p:nvSpPr>
          <p:spPr bwMode="auto">
            <a:xfrm>
              <a:off x="2424" y="2016"/>
              <a:ext cx="227" cy="294"/>
            </a:xfrm>
            <a:prstGeom prst="rect">
              <a:avLst/>
            </a:prstGeom>
            <a:solidFill>
              <a:schemeClr val="tx1"/>
            </a:solidFill>
            <a:ln w="9525">
              <a:solidFill>
                <a:srgbClr val="000000"/>
              </a:solidFill>
              <a:miter lim="800000"/>
              <a:headEnd/>
              <a:tailEnd/>
            </a:ln>
          </p:spPr>
          <p:txBody>
            <a:bodyPr wrap="none">
              <a:spAutoFit/>
            </a:bodyPr>
            <a:lstStyle/>
            <a:p>
              <a:r>
                <a:rPr lang="es-AR">
                  <a:solidFill>
                    <a:srgbClr val="000000"/>
                  </a:solidFill>
                  <a:latin typeface="Tahoma" pitchFamily="34" charset="0"/>
                </a:rPr>
                <a:t>4</a:t>
              </a:r>
            </a:p>
          </p:txBody>
        </p:sp>
        <p:sp>
          <p:nvSpPr>
            <p:cNvPr id="45085" name="Text Box 8"/>
            <p:cNvSpPr txBox="1">
              <a:spLocks noChangeArrowheads="1"/>
            </p:cNvSpPr>
            <p:nvPr/>
          </p:nvSpPr>
          <p:spPr bwMode="auto">
            <a:xfrm>
              <a:off x="2646" y="2016"/>
              <a:ext cx="227" cy="294"/>
            </a:xfrm>
            <a:prstGeom prst="rect">
              <a:avLst/>
            </a:prstGeom>
            <a:solidFill>
              <a:schemeClr val="tx1"/>
            </a:solidFill>
            <a:ln w="9525">
              <a:solidFill>
                <a:srgbClr val="000000"/>
              </a:solidFill>
              <a:miter lim="800000"/>
              <a:headEnd/>
              <a:tailEnd/>
            </a:ln>
          </p:spPr>
          <p:txBody>
            <a:bodyPr wrap="none">
              <a:spAutoFit/>
            </a:bodyPr>
            <a:lstStyle/>
            <a:p>
              <a:r>
                <a:rPr lang="es-AR">
                  <a:solidFill>
                    <a:srgbClr val="000000"/>
                  </a:solidFill>
                  <a:latin typeface="Tahoma" pitchFamily="34" charset="0"/>
                </a:rPr>
                <a:t>8</a:t>
              </a:r>
            </a:p>
          </p:txBody>
        </p:sp>
        <p:sp>
          <p:nvSpPr>
            <p:cNvPr id="45086" name="Text Box 9"/>
            <p:cNvSpPr txBox="1">
              <a:spLocks noChangeArrowheads="1"/>
            </p:cNvSpPr>
            <p:nvPr/>
          </p:nvSpPr>
          <p:spPr bwMode="auto">
            <a:xfrm>
              <a:off x="2202" y="2016"/>
              <a:ext cx="227" cy="294"/>
            </a:xfrm>
            <a:prstGeom prst="rect">
              <a:avLst/>
            </a:prstGeom>
            <a:solidFill>
              <a:schemeClr val="tx1"/>
            </a:solidFill>
            <a:ln w="9525">
              <a:solidFill>
                <a:srgbClr val="000000"/>
              </a:solidFill>
              <a:miter lim="800000"/>
              <a:headEnd/>
              <a:tailEnd/>
            </a:ln>
          </p:spPr>
          <p:txBody>
            <a:bodyPr wrap="none">
              <a:spAutoFit/>
            </a:bodyPr>
            <a:lstStyle/>
            <a:p>
              <a:r>
                <a:rPr lang="es-AR">
                  <a:solidFill>
                    <a:srgbClr val="000000"/>
                  </a:solidFill>
                  <a:latin typeface="Tahoma" pitchFamily="34" charset="0"/>
                </a:rPr>
                <a:t>2</a:t>
              </a:r>
            </a:p>
          </p:txBody>
        </p:sp>
        <p:sp>
          <p:nvSpPr>
            <p:cNvPr id="45087" name="Text Box 10"/>
            <p:cNvSpPr txBox="1">
              <a:spLocks noChangeArrowheads="1"/>
            </p:cNvSpPr>
            <p:nvPr/>
          </p:nvSpPr>
          <p:spPr bwMode="auto">
            <a:xfrm>
              <a:off x="1980" y="2016"/>
              <a:ext cx="227" cy="294"/>
            </a:xfrm>
            <a:prstGeom prst="rect">
              <a:avLst/>
            </a:prstGeom>
            <a:solidFill>
              <a:schemeClr val="tx1"/>
            </a:solidFill>
            <a:ln w="9525">
              <a:solidFill>
                <a:srgbClr val="000000"/>
              </a:solidFill>
              <a:miter lim="800000"/>
              <a:headEnd/>
              <a:tailEnd/>
            </a:ln>
          </p:spPr>
          <p:txBody>
            <a:bodyPr wrap="none">
              <a:spAutoFit/>
            </a:bodyPr>
            <a:lstStyle/>
            <a:p>
              <a:r>
                <a:rPr lang="es-AR">
                  <a:solidFill>
                    <a:srgbClr val="000000"/>
                  </a:solidFill>
                  <a:latin typeface="Tahoma" pitchFamily="34" charset="0"/>
                </a:rPr>
                <a:t>6</a:t>
              </a:r>
            </a:p>
          </p:txBody>
        </p:sp>
      </p:grpSp>
      <p:grpSp>
        <p:nvGrpSpPr>
          <p:cNvPr id="45062" name="Group 11"/>
          <p:cNvGrpSpPr>
            <a:grpSpLocks/>
          </p:cNvGrpSpPr>
          <p:nvPr/>
        </p:nvGrpSpPr>
        <p:grpSpPr bwMode="auto">
          <a:xfrm>
            <a:off x="3216275" y="2633663"/>
            <a:ext cx="2474913" cy="466725"/>
            <a:chOff x="1536" y="2016"/>
            <a:chExt cx="1559" cy="294"/>
          </a:xfrm>
        </p:grpSpPr>
        <p:sp>
          <p:nvSpPr>
            <p:cNvPr id="45074" name="Text Box 12"/>
            <p:cNvSpPr txBox="1">
              <a:spLocks noChangeArrowheads="1"/>
            </p:cNvSpPr>
            <p:nvPr/>
          </p:nvSpPr>
          <p:spPr bwMode="auto">
            <a:xfrm>
              <a:off x="1536" y="2016"/>
              <a:ext cx="227" cy="294"/>
            </a:xfrm>
            <a:prstGeom prst="rect">
              <a:avLst/>
            </a:prstGeom>
            <a:solidFill>
              <a:schemeClr val="tx1"/>
            </a:solidFill>
            <a:ln w="9525">
              <a:solidFill>
                <a:srgbClr val="000000"/>
              </a:solidFill>
              <a:miter lim="800000"/>
              <a:headEnd/>
              <a:tailEnd/>
            </a:ln>
          </p:spPr>
          <p:txBody>
            <a:bodyPr wrap="none">
              <a:spAutoFit/>
            </a:bodyPr>
            <a:lstStyle/>
            <a:p>
              <a:r>
                <a:rPr lang="es-AR">
                  <a:solidFill>
                    <a:srgbClr val="000000"/>
                  </a:solidFill>
                  <a:latin typeface="Tahoma" pitchFamily="34" charset="0"/>
                </a:rPr>
                <a:t>9</a:t>
              </a:r>
            </a:p>
          </p:txBody>
        </p:sp>
        <p:sp>
          <p:nvSpPr>
            <p:cNvPr id="45075" name="Text Box 13"/>
            <p:cNvSpPr txBox="1">
              <a:spLocks noChangeArrowheads="1"/>
            </p:cNvSpPr>
            <p:nvPr/>
          </p:nvSpPr>
          <p:spPr bwMode="auto">
            <a:xfrm>
              <a:off x="2868" y="2016"/>
              <a:ext cx="227" cy="294"/>
            </a:xfrm>
            <a:prstGeom prst="rect">
              <a:avLst/>
            </a:prstGeom>
            <a:solidFill>
              <a:schemeClr val="tx1"/>
            </a:solidFill>
            <a:ln w="9525">
              <a:solidFill>
                <a:srgbClr val="000000"/>
              </a:solidFill>
              <a:miter lim="800000"/>
              <a:headEnd/>
              <a:tailEnd/>
            </a:ln>
          </p:spPr>
          <p:txBody>
            <a:bodyPr wrap="none">
              <a:spAutoFit/>
            </a:bodyPr>
            <a:lstStyle/>
            <a:p>
              <a:r>
                <a:rPr lang="es-AR">
                  <a:solidFill>
                    <a:srgbClr val="000000"/>
                  </a:solidFill>
                  <a:latin typeface="Tahoma" pitchFamily="34" charset="0"/>
                </a:rPr>
                <a:t>3</a:t>
              </a:r>
            </a:p>
          </p:txBody>
        </p:sp>
        <p:sp>
          <p:nvSpPr>
            <p:cNvPr id="45076" name="Text Box 14"/>
            <p:cNvSpPr txBox="1">
              <a:spLocks noChangeArrowheads="1"/>
            </p:cNvSpPr>
            <p:nvPr/>
          </p:nvSpPr>
          <p:spPr bwMode="auto">
            <a:xfrm>
              <a:off x="1758" y="2016"/>
              <a:ext cx="227" cy="294"/>
            </a:xfrm>
            <a:prstGeom prst="rect">
              <a:avLst/>
            </a:prstGeom>
            <a:solidFill>
              <a:schemeClr val="tx1"/>
            </a:solidFill>
            <a:ln w="9525">
              <a:solidFill>
                <a:srgbClr val="000000"/>
              </a:solidFill>
              <a:miter lim="800000"/>
              <a:headEnd/>
              <a:tailEnd/>
            </a:ln>
          </p:spPr>
          <p:txBody>
            <a:bodyPr wrap="none">
              <a:spAutoFit/>
            </a:bodyPr>
            <a:lstStyle/>
            <a:p>
              <a:r>
                <a:rPr lang="es-AR">
                  <a:solidFill>
                    <a:srgbClr val="000000"/>
                  </a:solidFill>
                  <a:latin typeface="Tahoma" pitchFamily="34" charset="0"/>
                </a:rPr>
                <a:t>5</a:t>
              </a:r>
            </a:p>
          </p:txBody>
        </p:sp>
        <p:sp>
          <p:nvSpPr>
            <p:cNvPr id="45077" name="Text Box 15"/>
            <p:cNvSpPr txBox="1">
              <a:spLocks noChangeArrowheads="1"/>
            </p:cNvSpPr>
            <p:nvPr/>
          </p:nvSpPr>
          <p:spPr bwMode="auto">
            <a:xfrm>
              <a:off x="2424" y="2016"/>
              <a:ext cx="227" cy="294"/>
            </a:xfrm>
            <a:prstGeom prst="rect">
              <a:avLst/>
            </a:prstGeom>
            <a:solidFill>
              <a:schemeClr val="tx1"/>
            </a:solidFill>
            <a:ln w="9525">
              <a:solidFill>
                <a:srgbClr val="000000"/>
              </a:solidFill>
              <a:miter lim="800000"/>
              <a:headEnd/>
              <a:tailEnd/>
            </a:ln>
          </p:spPr>
          <p:txBody>
            <a:bodyPr wrap="none">
              <a:spAutoFit/>
            </a:bodyPr>
            <a:lstStyle/>
            <a:p>
              <a:r>
                <a:rPr lang="es-AR">
                  <a:solidFill>
                    <a:srgbClr val="000000"/>
                  </a:solidFill>
                  <a:latin typeface="Tahoma" pitchFamily="34" charset="0"/>
                </a:rPr>
                <a:t>4</a:t>
              </a:r>
            </a:p>
          </p:txBody>
        </p:sp>
        <p:sp>
          <p:nvSpPr>
            <p:cNvPr id="45078" name="Text Box 16"/>
            <p:cNvSpPr txBox="1">
              <a:spLocks noChangeArrowheads="1"/>
            </p:cNvSpPr>
            <p:nvPr/>
          </p:nvSpPr>
          <p:spPr bwMode="auto">
            <a:xfrm>
              <a:off x="2646" y="2016"/>
              <a:ext cx="227" cy="294"/>
            </a:xfrm>
            <a:prstGeom prst="rect">
              <a:avLst/>
            </a:prstGeom>
            <a:solidFill>
              <a:schemeClr val="tx1"/>
            </a:solidFill>
            <a:ln w="9525">
              <a:solidFill>
                <a:srgbClr val="000000"/>
              </a:solidFill>
              <a:miter lim="800000"/>
              <a:headEnd/>
              <a:tailEnd/>
            </a:ln>
          </p:spPr>
          <p:txBody>
            <a:bodyPr wrap="none">
              <a:spAutoFit/>
            </a:bodyPr>
            <a:lstStyle/>
            <a:p>
              <a:r>
                <a:rPr lang="es-AR">
                  <a:solidFill>
                    <a:srgbClr val="000000"/>
                  </a:solidFill>
                  <a:latin typeface="Tahoma" pitchFamily="34" charset="0"/>
                </a:rPr>
                <a:t>8</a:t>
              </a:r>
            </a:p>
          </p:txBody>
        </p:sp>
        <p:sp>
          <p:nvSpPr>
            <p:cNvPr id="45079" name="Text Box 17"/>
            <p:cNvSpPr txBox="1">
              <a:spLocks noChangeArrowheads="1"/>
            </p:cNvSpPr>
            <p:nvPr/>
          </p:nvSpPr>
          <p:spPr bwMode="auto">
            <a:xfrm>
              <a:off x="2202" y="2016"/>
              <a:ext cx="227" cy="294"/>
            </a:xfrm>
            <a:prstGeom prst="rect">
              <a:avLst/>
            </a:prstGeom>
            <a:solidFill>
              <a:schemeClr val="tx1"/>
            </a:solidFill>
            <a:ln w="9525">
              <a:solidFill>
                <a:srgbClr val="000000"/>
              </a:solidFill>
              <a:miter lim="800000"/>
              <a:headEnd/>
              <a:tailEnd/>
            </a:ln>
          </p:spPr>
          <p:txBody>
            <a:bodyPr wrap="none">
              <a:spAutoFit/>
            </a:bodyPr>
            <a:lstStyle/>
            <a:p>
              <a:r>
                <a:rPr lang="es-AR">
                  <a:solidFill>
                    <a:srgbClr val="000000"/>
                  </a:solidFill>
                  <a:latin typeface="Tahoma" pitchFamily="34" charset="0"/>
                </a:rPr>
                <a:t>2</a:t>
              </a:r>
            </a:p>
          </p:txBody>
        </p:sp>
        <p:sp>
          <p:nvSpPr>
            <p:cNvPr id="45080" name="Text Box 18"/>
            <p:cNvSpPr txBox="1">
              <a:spLocks noChangeArrowheads="1"/>
            </p:cNvSpPr>
            <p:nvPr/>
          </p:nvSpPr>
          <p:spPr bwMode="auto">
            <a:xfrm>
              <a:off x="1980" y="2016"/>
              <a:ext cx="227" cy="294"/>
            </a:xfrm>
            <a:prstGeom prst="rect">
              <a:avLst/>
            </a:prstGeom>
            <a:solidFill>
              <a:schemeClr val="tx1"/>
            </a:solidFill>
            <a:ln w="9525">
              <a:solidFill>
                <a:srgbClr val="000000"/>
              </a:solidFill>
              <a:miter lim="800000"/>
              <a:headEnd/>
              <a:tailEnd/>
            </a:ln>
          </p:spPr>
          <p:txBody>
            <a:bodyPr wrap="none">
              <a:spAutoFit/>
            </a:bodyPr>
            <a:lstStyle/>
            <a:p>
              <a:r>
                <a:rPr lang="es-AR" dirty="0">
                  <a:solidFill>
                    <a:srgbClr val="000000"/>
                  </a:solidFill>
                  <a:latin typeface="Tahoma" pitchFamily="34" charset="0"/>
                </a:rPr>
                <a:t>6</a:t>
              </a:r>
            </a:p>
          </p:txBody>
        </p:sp>
      </p:grpSp>
      <p:grpSp>
        <p:nvGrpSpPr>
          <p:cNvPr id="45063" name="Group 19"/>
          <p:cNvGrpSpPr>
            <a:grpSpLocks/>
          </p:cNvGrpSpPr>
          <p:nvPr/>
        </p:nvGrpSpPr>
        <p:grpSpPr bwMode="auto">
          <a:xfrm>
            <a:off x="3216275" y="3090863"/>
            <a:ext cx="2474913" cy="466725"/>
            <a:chOff x="1536" y="2016"/>
            <a:chExt cx="1559" cy="294"/>
          </a:xfrm>
        </p:grpSpPr>
        <p:sp>
          <p:nvSpPr>
            <p:cNvPr id="45067" name="Text Box 20"/>
            <p:cNvSpPr txBox="1">
              <a:spLocks noChangeArrowheads="1"/>
            </p:cNvSpPr>
            <p:nvPr/>
          </p:nvSpPr>
          <p:spPr bwMode="auto">
            <a:xfrm>
              <a:off x="1536" y="2016"/>
              <a:ext cx="227" cy="294"/>
            </a:xfrm>
            <a:prstGeom prst="rect">
              <a:avLst/>
            </a:prstGeom>
            <a:solidFill>
              <a:schemeClr val="tx1"/>
            </a:solidFill>
            <a:ln w="9525">
              <a:solidFill>
                <a:srgbClr val="000000"/>
              </a:solidFill>
              <a:miter lim="800000"/>
              <a:headEnd/>
              <a:tailEnd/>
            </a:ln>
          </p:spPr>
          <p:txBody>
            <a:bodyPr wrap="none">
              <a:spAutoFit/>
            </a:bodyPr>
            <a:lstStyle/>
            <a:p>
              <a:r>
                <a:rPr lang="es-AR">
                  <a:solidFill>
                    <a:srgbClr val="000000"/>
                  </a:solidFill>
                  <a:latin typeface="Tahoma" pitchFamily="34" charset="0"/>
                </a:rPr>
                <a:t>9</a:t>
              </a:r>
            </a:p>
          </p:txBody>
        </p:sp>
        <p:sp>
          <p:nvSpPr>
            <p:cNvPr id="45068" name="Text Box 21"/>
            <p:cNvSpPr txBox="1">
              <a:spLocks noChangeArrowheads="1"/>
            </p:cNvSpPr>
            <p:nvPr/>
          </p:nvSpPr>
          <p:spPr bwMode="auto">
            <a:xfrm>
              <a:off x="2868" y="2016"/>
              <a:ext cx="227" cy="294"/>
            </a:xfrm>
            <a:prstGeom prst="rect">
              <a:avLst/>
            </a:prstGeom>
            <a:solidFill>
              <a:schemeClr val="tx1"/>
            </a:solidFill>
            <a:ln w="9525">
              <a:solidFill>
                <a:srgbClr val="000000"/>
              </a:solidFill>
              <a:miter lim="800000"/>
              <a:headEnd/>
              <a:tailEnd/>
            </a:ln>
          </p:spPr>
          <p:txBody>
            <a:bodyPr wrap="none">
              <a:spAutoFit/>
            </a:bodyPr>
            <a:lstStyle/>
            <a:p>
              <a:r>
                <a:rPr lang="es-AR">
                  <a:solidFill>
                    <a:srgbClr val="000000"/>
                  </a:solidFill>
                  <a:latin typeface="Tahoma" pitchFamily="34" charset="0"/>
                </a:rPr>
                <a:t>3</a:t>
              </a:r>
            </a:p>
          </p:txBody>
        </p:sp>
        <p:sp>
          <p:nvSpPr>
            <p:cNvPr id="45069" name="Text Box 22"/>
            <p:cNvSpPr txBox="1">
              <a:spLocks noChangeArrowheads="1"/>
            </p:cNvSpPr>
            <p:nvPr/>
          </p:nvSpPr>
          <p:spPr bwMode="auto">
            <a:xfrm>
              <a:off x="1758" y="2016"/>
              <a:ext cx="227" cy="294"/>
            </a:xfrm>
            <a:prstGeom prst="rect">
              <a:avLst/>
            </a:prstGeom>
            <a:solidFill>
              <a:schemeClr val="tx1"/>
            </a:solidFill>
            <a:ln w="9525">
              <a:solidFill>
                <a:srgbClr val="000000"/>
              </a:solidFill>
              <a:miter lim="800000"/>
              <a:headEnd/>
              <a:tailEnd/>
            </a:ln>
          </p:spPr>
          <p:txBody>
            <a:bodyPr wrap="none">
              <a:spAutoFit/>
            </a:bodyPr>
            <a:lstStyle/>
            <a:p>
              <a:r>
                <a:rPr lang="es-AR">
                  <a:solidFill>
                    <a:srgbClr val="000000"/>
                  </a:solidFill>
                  <a:latin typeface="Tahoma" pitchFamily="34" charset="0"/>
                </a:rPr>
                <a:t>5</a:t>
              </a:r>
            </a:p>
          </p:txBody>
        </p:sp>
        <p:sp>
          <p:nvSpPr>
            <p:cNvPr id="45070" name="Text Box 23"/>
            <p:cNvSpPr txBox="1">
              <a:spLocks noChangeArrowheads="1"/>
            </p:cNvSpPr>
            <p:nvPr/>
          </p:nvSpPr>
          <p:spPr bwMode="auto">
            <a:xfrm>
              <a:off x="2424" y="2016"/>
              <a:ext cx="227" cy="294"/>
            </a:xfrm>
            <a:prstGeom prst="rect">
              <a:avLst/>
            </a:prstGeom>
            <a:solidFill>
              <a:schemeClr val="tx1"/>
            </a:solidFill>
            <a:ln w="9525">
              <a:solidFill>
                <a:srgbClr val="000000"/>
              </a:solidFill>
              <a:miter lim="800000"/>
              <a:headEnd/>
              <a:tailEnd/>
            </a:ln>
          </p:spPr>
          <p:txBody>
            <a:bodyPr wrap="none">
              <a:spAutoFit/>
            </a:bodyPr>
            <a:lstStyle/>
            <a:p>
              <a:r>
                <a:rPr lang="es-AR">
                  <a:solidFill>
                    <a:srgbClr val="000000"/>
                  </a:solidFill>
                  <a:latin typeface="Tahoma" pitchFamily="34" charset="0"/>
                </a:rPr>
                <a:t>4</a:t>
              </a:r>
            </a:p>
          </p:txBody>
        </p:sp>
        <p:sp>
          <p:nvSpPr>
            <p:cNvPr id="45071" name="Text Box 24"/>
            <p:cNvSpPr txBox="1">
              <a:spLocks noChangeArrowheads="1"/>
            </p:cNvSpPr>
            <p:nvPr/>
          </p:nvSpPr>
          <p:spPr bwMode="auto">
            <a:xfrm>
              <a:off x="2646" y="2016"/>
              <a:ext cx="227" cy="294"/>
            </a:xfrm>
            <a:prstGeom prst="rect">
              <a:avLst/>
            </a:prstGeom>
            <a:solidFill>
              <a:schemeClr val="tx1"/>
            </a:solidFill>
            <a:ln w="9525">
              <a:solidFill>
                <a:srgbClr val="000000"/>
              </a:solidFill>
              <a:miter lim="800000"/>
              <a:headEnd/>
              <a:tailEnd/>
            </a:ln>
          </p:spPr>
          <p:txBody>
            <a:bodyPr wrap="none">
              <a:spAutoFit/>
            </a:bodyPr>
            <a:lstStyle/>
            <a:p>
              <a:r>
                <a:rPr lang="es-AR">
                  <a:solidFill>
                    <a:srgbClr val="000000"/>
                  </a:solidFill>
                  <a:latin typeface="Tahoma" pitchFamily="34" charset="0"/>
                </a:rPr>
                <a:t>8</a:t>
              </a:r>
            </a:p>
          </p:txBody>
        </p:sp>
        <p:sp>
          <p:nvSpPr>
            <p:cNvPr id="45072" name="Text Box 25"/>
            <p:cNvSpPr txBox="1">
              <a:spLocks noChangeArrowheads="1"/>
            </p:cNvSpPr>
            <p:nvPr/>
          </p:nvSpPr>
          <p:spPr bwMode="auto">
            <a:xfrm>
              <a:off x="2202" y="2016"/>
              <a:ext cx="227" cy="294"/>
            </a:xfrm>
            <a:prstGeom prst="rect">
              <a:avLst/>
            </a:prstGeom>
            <a:solidFill>
              <a:schemeClr val="tx1"/>
            </a:solidFill>
            <a:ln w="9525">
              <a:solidFill>
                <a:srgbClr val="000000"/>
              </a:solidFill>
              <a:miter lim="800000"/>
              <a:headEnd/>
              <a:tailEnd/>
            </a:ln>
          </p:spPr>
          <p:txBody>
            <a:bodyPr wrap="none">
              <a:spAutoFit/>
            </a:bodyPr>
            <a:lstStyle/>
            <a:p>
              <a:r>
                <a:rPr lang="es-AR">
                  <a:solidFill>
                    <a:srgbClr val="000000"/>
                  </a:solidFill>
                  <a:latin typeface="Tahoma" pitchFamily="34" charset="0"/>
                </a:rPr>
                <a:t>2</a:t>
              </a:r>
            </a:p>
          </p:txBody>
        </p:sp>
        <p:sp>
          <p:nvSpPr>
            <p:cNvPr id="45073" name="Text Box 26"/>
            <p:cNvSpPr txBox="1">
              <a:spLocks noChangeArrowheads="1"/>
            </p:cNvSpPr>
            <p:nvPr/>
          </p:nvSpPr>
          <p:spPr bwMode="auto">
            <a:xfrm>
              <a:off x="1980" y="2016"/>
              <a:ext cx="227" cy="294"/>
            </a:xfrm>
            <a:prstGeom prst="rect">
              <a:avLst/>
            </a:prstGeom>
            <a:solidFill>
              <a:schemeClr val="tx1"/>
            </a:solidFill>
            <a:ln w="9525">
              <a:solidFill>
                <a:srgbClr val="000000"/>
              </a:solidFill>
              <a:miter lim="800000"/>
              <a:headEnd/>
              <a:tailEnd/>
            </a:ln>
          </p:spPr>
          <p:txBody>
            <a:bodyPr wrap="none">
              <a:spAutoFit/>
            </a:bodyPr>
            <a:lstStyle/>
            <a:p>
              <a:r>
                <a:rPr lang="es-AR">
                  <a:solidFill>
                    <a:srgbClr val="000000"/>
                  </a:solidFill>
                  <a:latin typeface="Tahoma" pitchFamily="34" charset="0"/>
                </a:rPr>
                <a:t>6</a:t>
              </a:r>
            </a:p>
          </p:txBody>
        </p:sp>
      </p:grpSp>
      <p:sp>
        <p:nvSpPr>
          <p:cNvPr id="45064" name="Text Box 27"/>
          <p:cNvSpPr txBox="1">
            <a:spLocks noChangeArrowheads="1"/>
          </p:cNvSpPr>
          <p:nvPr/>
        </p:nvSpPr>
        <p:spPr bwMode="auto">
          <a:xfrm>
            <a:off x="1600200" y="2133600"/>
            <a:ext cx="1466850" cy="457200"/>
          </a:xfrm>
          <a:prstGeom prst="rect">
            <a:avLst/>
          </a:prstGeom>
          <a:noFill/>
          <a:ln w="9525">
            <a:noFill/>
            <a:miter lim="800000"/>
            <a:headEnd/>
            <a:tailEnd/>
          </a:ln>
        </p:spPr>
        <p:txBody>
          <a:bodyPr wrap="none">
            <a:spAutoFit/>
          </a:bodyPr>
          <a:lstStyle/>
          <a:p>
            <a:r>
              <a:rPr lang="es-AR">
                <a:solidFill>
                  <a:srgbClr val="000000"/>
                </a:solidFill>
                <a:latin typeface="Tahoma" pitchFamily="34" charset="0"/>
              </a:rPr>
              <a:t>Mi_Matriz</a:t>
            </a:r>
            <a:endParaRPr lang="es-AR">
              <a:solidFill>
                <a:srgbClr val="000000"/>
              </a:solidFill>
            </a:endParaRPr>
          </a:p>
        </p:txBody>
      </p:sp>
      <p:sp>
        <p:nvSpPr>
          <p:cNvPr id="45065" name="AutoShape 28"/>
          <p:cNvSpPr>
            <a:spLocks noChangeArrowheads="1"/>
          </p:cNvSpPr>
          <p:nvPr/>
        </p:nvSpPr>
        <p:spPr bwMode="auto">
          <a:xfrm>
            <a:off x="1463675" y="3090863"/>
            <a:ext cx="1447800" cy="990600"/>
          </a:xfrm>
          <a:prstGeom prst="wedgeRectCallout">
            <a:avLst>
              <a:gd name="adj1" fmla="val -5593"/>
              <a:gd name="adj2" fmla="val -110736"/>
            </a:avLst>
          </a:prstGeom>
          <a:solidFill>
            <a:schemeClr val="tx1"/>
          </a:solidFill>
          <a:ln w="9525">
            <a:solidFill>
              <a:schemeClr val="tx1"/>
            </a:solidFill>
            <a:miter lim="800000"/>
            <a:headEnd/>
            <a:tailEnd/>
          </a:ln>
        </p:spPr>
        <p:txBody>
          <a:bodyPr wrap="none" anchor="ctr"/>
          <a:lstStyle/>
          <a:p>
            <a:pPr algn="ctr"/>
            <a:r>
              <a:rPr lang="es-AR" sz="1800" dirty="0">
                <a:solidFill>
                  <a:srgbClr val="000000"/>
                </a:solidFill>
                <a:latin typeface="Tahoma" pitchFamily="34" charset="0"/>
              </a:rPr>
              <a:t>Nombre de </a:t>
            </a:r>
          </a:p>
          <a:p>
            <a:pPr algn="ctr"/>
            <a:r>
              <a:rPr lang="es-AR" sz="1800" dirty="0">
                <a:solidFill>
                  <a:srgbClr val="000000"/>
                </a:solidFill>
                <a:latin typeface="Tahoma" pitchFamily="34" charset="0"/>
              </a:rPr>
              <a:t>la variable</a:t>
            </a:r>
            <a:endParaRPr lang="es-AR" dirty="0">
              <a:solidFill>
                <a:srgbClr val="000000"/>
              </a:solidFill>
            </a:endParaRPr>
          </a:p>
        </p:txBody>
      </p:sp>
      <p:sp>
        <p:nvSpPr>
          <p:cNvPr id="45066" name="AutoShape 29"/>
          <p:cNvSpPr>
            <a:spLocks noChangeArrowheads="1"/>
          </p:cNvSpPr>
          <p:nvPr/>
        </p:nvSpPr>
        <p:spPr bwMode="auto">
          <a:xfrm flipV="1">
            <a:off x="3368675" y="4462463"/>
            <a:ext cx="3505200" cy="533400"/>
          </a:xfrm>
          <a:prstGeom prst="wedgeRectCallout">
            <a:avLst>
              <a:gd name="adj1" fmla="val -49593"/>
              <a:gd name="adj2" fmla="val 210116"/>
            </a:avLst>
          </a:prstGeom>
          <a:solidFill>
            <a:schemeClr val="tx1"/>
          </a:solidFill>
          <a:ln w="9525">
            <a:solidFill>
              <a:schemeClr val="tx1"/>
            </a:solidFill>
            <a:miter lim="800000"/>
            <a:headEnd/>
            <a:tailEnd/>
          </a:ln>
        </p:spPr>
        <p:txBody>
          <a:bodyPr rot="10800000" wrap="none" anchor="ctr"/>
          <a:lstStyle/>
          <a:p>
            <a:pPr algn="ctr"/>
            <a:r>
              <a:rPr lang="es-AR" sz="1800">
                <a:solidFill>
                  <a:srgbClr val="000000"/>
                </a:solidFill>
                <a:latin typeface="Tahoma" pitchFamily="34" charset="0"/>
              </a:rPr>
              <a:t>Posición : </a:t>
            </a:r>
            <a:r>
              <a:rPr lang="es-AR" sz="1800" b="1">
                <a:solidFill>
                  <a:srgbClr val="000000"/>
                </a:solidFill>
                <a:latin typeface="Tahoma" pitchFamily="34" charset="0"/>
              </a:rPr>
              <a:t>3,1</a:t>
            </a:r>
            <a:endParaRPr lang="es-AR" sz="1800">
              <a:solidFill>
                <a:srgbClr val="000000"/>
              </a:solidFill>
              <a:latin typeface="Tahoma" pitchFamily="34" charset="0"/>
            </a:endParaRPr>
          </a:p>
          <a:p>
            <a:pPr algn="ctr"/>
            <a:r>
              <a:rPr lang="es-AR" sz="1800">
                <a:solidFill>
                  <a:srgbClr val="000000"/>
                </a:solidFill>
                <a:latin typeface="Tahoma" pitchFamily="34" charset="0"/>
              </a:rPr>
              <a:t>Contenido :  Mi_vector[3,1] =</a:t>
            </a:r>
            <a:r>
              <a:rPr lang="es-AR" sz="1800" b="1">
                <a:solidFill>
                  <a:srgbClr val="000000"/>
                </a:solidFill>
                <a:latin typeface="Tahoma" pitchFamily="34" charset="0"/>
              </a:rPr>
              <a:t> 9</a:t>
            </a:r>
            <a:r>
              <a:rPr lang="es-AR" sz="1800">
                <a:solidFill>
                  <a:srgbClr val="000000"/>
                </a:solidFill>
                <a:latin typeface="Tahoma" pitchFamily="34" charset="0"/>
              </a:rPr>
              <a:t> </a:t>
            </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4 Marcador de número de diapositiva"/>
          <p:cNvSpPr>
            <a:spLocks noGrp="1"/>
          </p:cNvSpPr>
          <p:nvPr>
            <p:ph type="sldNum" sz="quarter" idx="11"/>
          </p:nvPr>
        </p:nvSpPr>
        <p:spPr>
          <a:noFill/>
        </p:spPr>
        <p:txBody>
          <a:bodyPr/>
          <a:lstStyle/>
          <a:p>
            <a:fld id="{E8244AC4-5682-41A4-A7E6-A461F425B789}" type="slidenum">
              <a:rPr lang="es-ES"/>
              <a:pPr/>
              <a:t>28</a:t>
            </a:fld>
            <a:endParaRPr lang="es-ES"/>
          </a:p>
        </p:txBody>
      </p:sp>
      <p:sp>
        <p:nvSpPr>
          <p:cNvPr id="45058" name="Rectangle 2"/>
          <p:cNvSpPr>
            <a:spLocks noGrp="1" noChangeArrowheads="1"/>
          </p:cNvSpPr>
          <p:nvPr>
            <p:ph type="title"/>
          </p:nvPr>
        </p:nvSpPr>
        <p:spPr/>
        <p:txBody>
          <a:bodyPr/>
          <a:lstStyle/>
          <a:p>
            <a:pPr>
              <a:defRPr/>
            </a:pPr>
            <a:r>
              <a:rPr lang="es-AR" smtClean="0"/>
              <a:t>Matrices - Declaraciones</a:t>
            </a:r>
          </a:p>
        </p:txBody>
      </p:sp>
      <p:sp>
        <p:nvSpPr>
          <p:cNvPr id="46085" name="Rectangle 3"/>
          <p:cNvSpPr>
            <a:spLocks noGrp="1" noChangeArrowheads="1"/>
          </p:cNvSpPr>
          <p:nvPr>
            <p:ph type="body" idx="1"/>
          </p:nvPr>
        </p:nvSpPr>
        <p:spPr>
          <a:xfrm>
            <a:off x="838200" y="1905000"/>
            <a:ext cx="7543800" cy="3657600"/>
          </a:xfrm>
          <a:noFill/>
        </p:spPr>
        <p:txBody>
          <a:bodyPr/>
          <a:lstStyle/>
          <a:p>
            <a:r>
              <a:rPr lang="es-AR" smtClean="0"/>
              <a:t>Ejemplos de declaraciones:</a:t>
            </a:r>
          </a:p>
          <a:p>
            <a:r>
              <a:rPr lang="es-AR" smtClean="0"/>
              <a:t>Ej1:</a:t>
            </a:r>
          </a:p>
          <a:p>
            <a:pPr lvl="1">
              <a:buFontTx/>
              <a:buNone/>
            </a:pPr>
            <a:r>
              <a:rPr lang="es-AR" smtClean="0"/>
              <a:t>type</a:t>
            </a:r>
          </a:p>
          <a:p>
            <a:pPr lvl="2">
              <a:buFontTx/>
              <a:buNone/>
            </a:pPr>
            <a:r>
              <a:rPr lang="es-AR" smtClean="0"/>
              <a:t>T_matriz = array[ 1..10, 1..10 </a:t>
            </a:r>
            <a:r>
              <a:rPr lang="es-AR" sz="1600" smtClean="0"/>
              <a:t>]</a:t>
            </a:r>
            <a:r>
              <a:rPr lang="es-AR" smtClean="0"/>
              <a:t> of real; </a:t>
            </a:r>
          </a:p>
          <a:p>
            <a:pPr lvl="1">
              <a:buFontTx/>
              <a:buNone/>
            </a:pPr>
            <a:r>
              <a:rPr lang="es-AR" smtClean="0"/>
              <a:t>var</a:t>
            </a:r>
          </a:p>
          <a:p>
            <a:pPr lvl="1">
              <a:buFontTx/>
              <a:buNone/>
            </a:pPr>
            <a:r>
              <a:rPr lang="es-AR" smtClean="0"/>
              <a:t>		Matriz: valores;</a:t>
            </a: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4 Marcador de número de diapositiva"/>
          <p:cNvSpPr>
            <a:spLocks noGrp="1"/>
          </p:cNvSpPr>
          <p:nvPr>
            <p:ph type="sldNum" sz="quarter" idx="11"/>
          </p:nvPr>
        </p:nvSpPr>
        <p:spPr>
          <a:noFill/>
        </p:spPr>
        <p:txBody>
          <a:bodyPr/>
          <a:lstStyle/>
          <a:p>
            <a:fld id="{014EB204-2DDE-4827-93B3-669E9224884F}" type="slidenum">
              <a:rPr lang="es-ES"/>
              <a:pPr/>
              <a:t>29</a:t>
            </a:fld>
            <a:endParaRPr lang="es-ES"/>
          </a:p>
        </p:txBody>
      </p:sp>
      <p:sp>
        <p:nvSpPr>
          <p:cNvPr id="46082" name="Rectangle 2"/>
          <p:cNvSpPr>
            <a:spLocks noGrp="1" noChangeArrowheads="1"/>
          </p:cNvSpPr>
          <p:nvPr>
            <p:ph type="title"/>
          </p:nvPr>
        </p:nvSpPr>
        <p:spPr/>
        <p:txBody>
          <a:bodyPr/>
          <a:lstStyle/>
          <a:p>
            <a:pPr>
              <a:defRPr/>
            </a:pPr>
            <a:r>
              <a:rPr lang="es-AR" smtClean="0"/>
              <a:t>Matrices - Declaraciones</a:t>
            </a:r>
          </a:p>
        </p:txBody>
      </p:sp>
      <p:sp>
        <p:nvSpPr>
          <p:cNvPr id="47109" name="Rectangle 3"/>
          <p:cNvSpPr>
            <a:spLocks noGrp="1" noChangeArrowheads="1"/>
          </p:cNvSpPr>
          <p:nvPr>
            <p:ph type="body" idx="1"/>
          </p:nvPr>
        </p:nvSpPr>
        <p:spPr>
          <a:xfrm>
            <a:off x="838200" y="1905000"/>
            <a:ext cx="7543800" cy="3657600"/>
          </a:xfrm>
          <a:noFill/>
        </p:spPr>
        <p:txBody>
          <a:bodyPr/>
          <a:lstStyle/>
          <a:p>
            <a:r>
              <a:rPr lang="es-AR" smtClean="0"/>
              <a:t>Ejemplos de declaraciones:</a:t>
            </a:r>
          </a:p>
          <a:p>
            <a:r>
              <a:rPr lang="es-AR" smtClean="0"/>
              <a:t>Ej2:</a:t>
            </a:r>
          </a:p>
          <a:p>
            <a:pPr lvl="1">
              <a:buFontTx/>
              <a:buNone/>
            </a:pPr>
            <a:r>
              <a:rPr lang="es-AR" smtClean="0"/>
              <a:t>type</a:t>
            </a:r>
          </a:p>
          <a:p>
            <a:pPr lvl="2">
              <a:buFontTx/>
              <a:buNone/>
            </a:pPr>
            <a:r>
              <a:rPr lang="es-AR" smtClean="0"/>
              <a:t>T_matriz = array[ 1..10 </a:t>
            </a:r>
            <a:r>
              <a:rPr lang="es-AR" sz="1600" smtClean="0"/>
              <a:t>]</a:t>
            </a:r>
            <a:r>
              <a:rPr lang="es-AR" smtClean="0"/>
              <a:t> of  array [ 1..10 </a:t>
            </a:r>
            <a:r>
              <a:rPr lang="es-AR" sz="1600" smtClean="0"/>
              <a:t>]</a:t>
            </a:r>
            <a:r>
              <a:rPr lang="es-AR" smtClean="0"/>
              <a:t> of real; </a:t>
            </a:r>
          </a:p>
          <a:p>
            <a:pPr lvl="1">
              <a:buFontTx/>
              <a:buNone/>
            </a:pPr>
            <a:r>
              <a:rPr lang="es-AR" smtClean="0"/>
              <a:t>var</a:t>
            </a:r>
          </a:p>
          <a:p>
            <a:pPr lvl="1">
              <a:buFontTx/>
              <a:buNone/>
            </a:pPr>
            <a:r>
              <a:rPr lang="es-AR" smtClean="0"/>
              <a:t>		Matriz: valores;</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4 Marcador de número de diapositiva"/>
          <p:cNvSpPr>
            <a:spLocks noGrp="1"/>
          </p:cNvSpPr>
          <p:nvPr>
            <p:ph type="sldNum" sz="quarter" idx="11"/>
          </p:nvPr>
        </p:nvSpPr>
        <p:spPr>
          <a:noFill/>
        </p:spPr>
        <p:txBody>
          <a:bodyPr/>
          <a:lstStyle/>
          <a:p>
            <a:fld id="{FCFFA681-31A7-4A20-9D1F-2C3121F61538}" type="slidenum">
              <a:rPr lang="es-ES"/>
              <a:pPr/>
              <a:t>30</a:t>
            </a:fld>
            <a:endParaRPr lang="es-ES"/>
          </a:p>
        </p:txBody>
      </p:sp>
      <p:sp>
        <p:nvSpPr>
          <p:cNvPr id="47106" name="Rectangle 2"/>
          <p:cNvSpPr>
            <a:spLocks noGrp="1" noChangeArrowheads="1"/>
          </p:cNvSpPr>
          <p:nvPr>
            <p:ph type="title"/>
          </p:nvPr>
        </p:nvSpPr>
        <p:spPr/>
        <p:txBody>
          <a:bodyPr/>
          <a:lstStyle/>
          <a:p>
            <a:pPr>
              <a:defRPr/>
            </a:pPr>
            <a:r>
              <a:rPr lang="es-AR" smtClean="0"/>
              <a:t>Matrices - Declaraciones</a:t>
            </a:r>
          </a:p>
        </p:txBody>
      </p:sp>
      <p:sp>
        <p:nvSpPr>
          <p:cNvPr id="48133" name="Rectangle 3"/>
          <p:cNvSpPr>
            <a:spLocks noGrp="1" noChangeArrowheads="1"/>
          </p:cNvSpPr>
          <p:nvPr>
            <p:ph type="body" idx="1"/>
          </p:nvPr>
        </p:nvSpPr>
        <p:spPr>
          <a:xfrm>
            <a:off x="838200" y="1905000"/>
            <a:ext cx="7543800" cy="3657600"/>
          </a:xfrm>
          <a:noFill/>
        </p:spPr>
        <p:txBody>
          <a:bodyPr/>
          <a:lstStyle/>
          <a:p>
            <a:r>
              <a:rPr lang="es-AR" dirty="0" smtClean="0"/>
              <a:t>Ejemplos de declaraciones:</a:t>
            </a:r>
          </a:p>
          <a:p>
            <a:r>
              <a:rPr lang="es-AR" dirty="0" smtClean="0"/>
              <a:t>Ej3:</a:t>
            </a:r>
          </a:p>
          <a:p>
            <a:pPr lvl="1">
              <a:buFontTx/>
              <a:buNone/>
            </a:pPr>
            <a:r>
              <a:rPr lang="es-AR" dirty="0" err="1" smtClean="0"/>
              <a:t>type</a:t>
            </a:r>
            <a:endParaRPr lang="es-AR" dirty="0" smtClean="0"/>
          </a:p>
          <a:p>
            <a:pPr lvl="2">
              <a:buFontTx/>
              <a:buNone/>
            </a:pPr>
            <a:r>
              <a:rPr lang="es-AR" dirty="0" err="1" smtClean="0"/>
              <a:t>T_filas</a:t>
            </a:r>
            <a:r>
              <a:rPr lang="es-AR" dirty="0" smtClean="0"/>
              <a:t> = </a:t>
            </a:r>
            <a:r>
              <a:rPr lang="es-AR" dirty="0" err="1" smtClean="0"/>
              <a:t>array</a:t>
            </a:r>
            <a:r>
              <a:rPr lang="es-AR" dirty="0" smtClean="0"/>
              <a:t>[ 1..10 </a:t>
            </a:r>
            <a:r>
              <a:rPr lang="es-AR" sz="1600" dirty="0" smtClean="0"/>
              <a:t>]</a:t>
            </a:r>
            <a:r>
              <a:rPr lang="es-AR" dirty="0" smtClean="0"/>
              <a:t> of  real; </a:t>
            </a:r>
          </a:p>
          <a:p>
            <a:pPr lvl="2">
              <a:buFontTx/>
              <a:buNone/>
            </a:pPr>
            <a:r>
              <a:rPr lang="es-AR" dirty="0" err="1" smtClean="0"/>
              <a:t>T_Matriz</a:t>
            </a:r>
            <a:r>
              <a:rPr lang="es-AR" dirty="0" smtClean="0"/>
              <a:t> = </a:t>
            </a:r>
            <a:r>
              <a:rPr lang="es-AR" dirty="0" err="1" smtClean="0"/>
              <a:t>array</a:t>
            </a:r>
            <a:r>
              <a:rPr lang="es-AR" dirty="0" smtClean="0"/>
              <a:t>[ 1..10 </a:t>
            </a:r>
            <a:r>
              <a:rPr lang="es-AR" sz="1600" dirty="0" smtClean="0"/>
              <a:t>]</a:t>
            </a:r>
            <a:r>
              <a:rPr lang="es-AR" dirty="0" smtClean="0"/>
              <a:t> of   </a:t>
            </a:r>
            <a:r>
              <a:rPr lang="es-AR" dirty="0" err="1" smtClean="0"/>
              <a:t>T_filas</a:t>
            </a:r>
            <a:r>
              <a:rPr lang="es-AR" dirty="0" smtClean="0"/>
              <a:t>;</a:t>
            </a:r>
          </a:p>
          <a:p>
            <a:pPr lvl="1">
              <a:buFontTx/>
              <a:buNone/>
            </a:pPr>
            <a:r>
              <a:rPr lang="es-AR" dirty="0" err="1" smtClean="0"/>
              <a:t>var</a:t>
            </a:r>
            <a:endParaRPr lang="es-AR" dirty="0" smtClean="0"/>
          </a:p>
          <a:p>
            <a:pPr lvl="1">
              <a:buFontTx/>
              <a:buNone/>
            </a:pPr>
            <a:r>
              <a:rPr lang="es-AR" dirty="0" smtClean="0"/>
              <a:t>		Matriz: </a:t>
            </a:r>
            <a:r>
              <a:rPr lang="es-AR" smtClean="0"/>
              <a:t>T_Matriz;</a:t>
            </a:r>
            <a:endParaRPr lang="es-AR" dirty="0" smtClean="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4 Marcador de número de diapositiva"/>
          <p:cNvSpPr>
            <a:spLocks noGrp="1"/>
          </p:cNvSpPr>
          <p:nvPr>
            <p:ph type="sldNum" sz="quarter" idx="11"/>
          </p:nvPr>
        </p:nvSpPr>
        <p:spPr>
          <a:noFill/>
        </p:spPr>
        <p:txBody>
          <a:bodyPr/>
          <a:lstStyle/>
          <a:p>
            <a:fld id="{F92E1CCD-F806-4A4D-8C52-0818544EA492}" type="slidenum">
              <a:rPr lang="es-ES"/>
              <a:pPr/>
              <a:t>31</a:t>
            </a:fld>
            <a:endParaRPr lang="es-ES"/>
          </a:p>
        </p:txBody>
      </p:sp>
      <p:sp>
        <p:nvSpPr>
          <p:cNvPr id="48130" name="Rectangle 2"/>
          <p:cNvSpPr>
            <a:spLocks noGrp="1" noChangeArrowheads="1"/>
          </p:cNvSpPr>
          <p:nvPr>
            <p:ph type="title"/>
          </p:nvPr>
        </p:nvSpPr>
        <p:spPr/>
        <p:txBody>
          <a:bodyPr/>
          <a:lstStyle/>
          <a:p>
            <a:pPr>
              <a:defRPr/>
            </a:pPr>
            <a:r>
              <a:rPr lang="es-AR" smtClean="0"/>
              <a:t>Matrices - Operaciones</a:t>
            </a:r>
          </a:p>
        </p:txBody>
      </p:sp>
      <p:sp>
        <p:nvSpPr>
          <p:cNvPr id="49157" name="Rectangle 3"/>
          <p:cNvSpPr>
            <a:spLocks noGrp="1" noChangeArrowheads="1"/>
          </p:cNvSpPr>
          <p:nvPr>
            <p:ph type="body" idx="1"/>
          </p:nvPr>
        </p:nvSpPr>
        <p:spPr>
          <a:xfrm>
            <a:off x="914400" y="1752600"/>
            <a:ext cx="7543800" cy="3657600"/>
          </a:xfrm>
        </p:spPr>
        <p:txBody>
          <a:bodyPr/>
          <a:lstStyle/>
          <a:p>
            <a:r>
              <a:rPr lang="es-AR" dirty="0" smtClean="0"/>
              <a:t>Con la siguiente declaración:</a:t>
            </a:r>
          </a:p>
          <a:p>
            <a:pPr lvl="1">
              <a:buFontTx/>
              <a:buNone/>
            </a:pPr>
            <a:r>
              <a:rPr lang="es-AR" sz="1800" dirty="0" err="1" smtClean="0"/>
              <a:t>type</a:t>
            </a:r>
            <a:endParaRPr lang="es-AR" sz="1800" dirty="0" smtClean="0"/>
          </a:p>
          <a:p>
            <a:pPr lvl="1">
              <a:buFontTx/>
              <a:buNone/>
            </a:pPr>
            <a:r>
              <a:rPr lang="es-AR" sz="1800" dirty="0" smtClean="0"/>
              <a:t>	 </a:t>
            </a:r>
            <a:r>
              <a:rPr lang="es-AR" sz="1800" dirty="0" err="1" smtClean="0"/>
              <a:t>T_matriz</a:t>
            </a:r>
            <a:r>
              <a:rPr lang="es-AR" sz="1800" dirty="0" smtClean="0"/>
              <a:t> = </a:t>
            </a:r>
            <a:r>
              <a:rPr lang="es-AR" sz="1800" dirty="0" err="1" smtClean="0"/>
              <a:t>array</a:t>
            </a:r>
            <a:r>
              <a:rPr lang="es-AR" sz="1800" dirty="0" smtClean="0"/>
              <a:t>[ 1..10 ] of  </a:t>
            </a:r>
            <a:r>
              <a:rPr lang="es-AR" sz="1800" dirty="0" err="1" smtClean="0"/>
              <a:t>array</a:t>
            </a:r>
            <a:r>
              <a:rPr lang="es-AR" sz="1800" dirty="0" smtClean="0"/>
              <a:t> [ 1..10 ] of real; </a:t>
            </a:r>
          </a:p>
          <a:p>
            <a:pPr lvl="1">
              <a:buFontTx/>
              <a:buNone/>
            </a:pPr>
            <a:r>
              <a:rPr lang="es-AR" sz="1800" dirty="0" err="1" smtClean="0"/>
              <a:t>var</a:t>
            </a:r>
            <a:endParaRPr lang="es-AR" sz="1800" dirty="0" smtClean="0"/>
          </a:p>
          <a:p>
            <a:pPr lvl="1">
              <a:buFontTx/>
              <a:buNone/>
            </a:pPr>
            <a:r>
              <a:rPr lang="es-AR" sz="1800" dirty="0" smtClean="0"/>
              <a:t>		Matriz: </a:t>
            </a:r>
            <a:r>
              <a:rPr lang="es-AR" sz="1800" dirty="0" err="1" smtClean="0"/>
              <a:t>T_matriz</a:t>
            </a:r>
            <a:r>
              <a:rPr lang="es-AR" sz="1800" dirty="0" smtClean="0"/>
              <a:t>;</a:t>
            </a:r>
            <a:endParaRPr lang="es-AR" sz="2000" dirty="0" smtClean="0"/>
          </a:p>
          <a:p>
            <a:r>
              <a:rPr lang="es-AR" sz="2500" dirty="0" smtClean="0"/>
              <a:t>Lectura de una matriz</a:t>
            </a:r>
          </a:p>
          <a:p>
            <a:pPr>
              <a:buFontTx/>
              <a:buNone/>
            </a:pPr>
            <a:r>
              <a:rPr lang="es-AR" sz="1800" dirty="0" smtClean="0"/>
              <a:t>		</a:t>
            </a:r>
            <a:r>
              <a:rPr lang="es-AR" sz="1800" dirty="0" err="1" smtClean="0"/>
              <a:t>for</a:t>
            </a:r>
            <a:r>
              <a:rPr lang="es-AR" sz="1800" dirty="0" smtClean="0"/>
              <a:t>  i:= 1 </a:t>
            </a:r>
            <a:r>
              <a:rPr lang="es-AR" sz="1800" dirty="0" err="1" smtClean="0"/>
              <a:t>to</a:t>
            </a:r>
            <a:r>
              <a:rPr lang="es-AR" sz="1800" dirty="0" smtClean="0"/>
              <a:t> 10 do </a:t>
            </a:r>
          </a:p>
          <a:p>
            <a:pPr>
              <a:buFontTx/>
              <a:buNone/>
            </a:pPr>
            <a:r>
              <a:rPr lang="es-AR" sz="1800" dirty="0" smtClean="0"/>
              <a:t>			 </a:t>
            </a:r>
            <a:r>
              <a:rPr lang="es-AR" sz="1800" dirty="0" err="1" smtClean="0"/>
              <a:t>for</a:t>
            </a:r>
            <a:r>
              <a:rPr lang="es-AR" sz="1800" dirty="0" smtClean="0"/>
              <a:t>  j:= 1 </a:t>
            </a:r>
            <a:r>
              <a:rPr lang="es-AR" sz="1800" dirty="0" err="1" smtClean="0"/>
              <a:t>to</a:t>
            </a:r>
            <a:r>
              <a:rPr lang="es-AR" sz="1800" dirty="0" smtClean="0"/>
              <a:t> 10 do 	</a:t>
            </a:r>
          </a:p>
          <a:p>
            <a:pPr>
              <a:spcBef>
                <a:spcPct val="15000"/>
              </a:spcBef>
              <a:buFontTx/>
              <a:buNone/>
            </a:pPr>
            <a:r>
              <a:rPr lang="es-AR" sz="1800" dirty="0" smtClean="0"/>
              <a:t>				</a:t>
            </a:r>
            <a:r>
              <a:rPr lang="es-AR" sz="1800" dirty="0" err="1" smtClean="0"/>
              <a:t>readln</a:t>
            </a:r>
            <a:r>
              <a:rPr lang="es-AR" sz="1800" dirty="0" smtClean="0"/>
              <a:t>(Matriz[</a:t>
            </a:r>
            <a:r>
              <a:rPr lang="es-AR" sz="1800" dirty="0" err="1" smtClean="0"/>
              <a:t>i,j</a:t>
            </a:r>
            <a:r>
              <a:rPr lang="es-AR" sz="1800" dirty="0" smtClean="0"/>
              <a:t>] )</a:t>
            </a:r>
          </a:p>
          <a:p>
            <a:endParaRPr lang="es-AR" sz="2200" dirty="0" smtClean="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4 Marcador de número de diapositiva"/>
          <p:cNvSpPr>
            <a:spLocks noGrp="1"/>
          </p:cNvSpPr>
          <p:nvPr>
            <p:ph type="sldNum" sz="quarter" idx="11"/>
          </p:nvPr>
        </p:nvSpPr>
        <p:spPr>
          <a:noFill/>
        </p:spPr>
        <p:txBody>
          <a:bodyPr/>
          <a:lstStyle/>
          <a:p>
            <a:fld id="{1D0757B3-98E0-4CC7-A172-128CB21C092A}" type="slidenum">
              <a:rPr lang="es-ES"/>
              <a:pPr/>
              <a:t>32</a:t>
            </a:fld>
            <a:endParaRPr lang="es-ES"/>
          </a:p>
        </p:txBody>
      </p:sp>
      <p:sp>
        <p:nvSpPr>
          <p:cNvPr id="49154" name="Rectangle 2"/>
          <p:cNvSpPr>
            <a:spLocks noGrp="1" noChangeArrowheads="1"/>
          </p:cNvSpPr>
          <p:nvPr>
            <p:ph type="title"/>
          </p:nvPr>
        </p:nvSpPr>
        <p:spPr/>
        <p:txBody>
          <a:bodyPr/>
          <a:lstStyle/>
          <a:p>
            <a:pPr>
              <a:defRPr/>
            </a:pPr>
            <a:r>
              <a:rPr lang="es-AR" smtClean="0"/>
              <a:t>Matrices - Operaciones</a:t>
            </a:r>
          </a:p>
        </p:txBody>
      </p:sp>
      <p:sp>
        <p:nvSpPr>
          <p:cNvPr id="50181" name="Rectangle 3"/>
          <p:cNvSpPr>
            <a:spLocks noGrp="1" noChangeArrowheads="1"/>
          </p:cNvSpPr>
          <p:nvPr>
            <p:ph type="body" idx="1"/>
          </p:nvPr>
        </p:nvSpPr>
        <p:spPr/>
        <p:txBody>
          <a:bodyPr/>
          <a:lstStyle/>
          <a:p>
            <a:r>
              <a:rPr lang="es-AR" sz="2500" smtClean="0"/>
              <a:t>Escritura de una matriz</a:t>
            </a:r>
          </a:p>
          <a:p>
            <a:pPr>
              <a:buFontTx/>
              <a:buNone/>
            </a:pPr>
            <a:r>
              <a:rPr lang="es-AR" sz="1800" smtClean="0"/>
              <a:t>		for  i:= 1 to 10 do </a:t>
            </a:r>
          </a:p>
          <a:p>
            <a:pPr>
              <a:spcBef>
                <a:spcPct val="15000"/>
              </a:spcBef>
              <a:buFontTx/>
              <a:buNone/>
            </a:pPr>
            <a:r>
              <a:rPr lang="es-AR" sz="1800" smtClean="0"/>
              <a:t>			for  j:= 1 to 10 do 	</a:t>
            </a:r>
          </a:p>
          <a:p>
            <a:pPr>
              <a:spcBef>
                <a:spcPct val="15000"/>
              </a:spcBef>
              <a:buFontTx/>
              <a:buNone/>
            </a:pPr>
            <a:r>
              <a:rPr lang="es-AR" sz="1800" smtClean="0"/>
              <a:t>				writeln(Matriz[i,j] )</a:t>
            </a:r>
          </a:p>
          <a:p>
            <a:pPr>
              <a:spcBef>
                <a:spcPct val="15000"/>
              </a:spcBef>
              <a:buFontTx/>
              <a:buNone/>
            </a:pPr>
            <a:endParaRPr lang="es-AR" sz="1800" smtClean="0"/>
          </a:p>
          <a:p>
            <a:pPr>
              <a:spcBef>
                <a:spcPct val="15000"/>
              </a:spcBef>
              <a:buFontTx/>
              <a:buNone/>
            </a:pPr>
            <a:r>
              <a:rPr lang="es-AR" sz="1800" smtClean="0"/>
              <a:t>     El recorrido de  las matrices puede realizarse tanto por filas como por columnas, de acuerdo al problema a resolver.</a:t>
            </a:r>
          </a:p>
          <a:p>
            <a:pPr>
              <a:spcBef>
                <a:spcPct val="15000"/>
              </a:spcBef>
              <a:buFontTx/>
              <a:buNone/>
            </a:pPr>
            <a:endParaRPr lang="es-AR" sz="1800" smtClean="0"/>
          </a:p>
          <a:p>
            <a:endParaRPr lang="es-AR" sz="1800" smtClean="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4 Marcador de número de diapositiva"/>
          <p:cNvSpPr>
            <a:spLocks noGrp="1"/>
          </p:cNvSpPr>
          <p:nvPr>
            <p:ph type="sldNum" sz="quarter" idx="11"/>
          </p:nvPr>
        </p:nvSpPr>
        <p:spPr>
          <a:noFill/>
        </p:spPr>
        <p:txBody>
          <a:bodyPr/>
          <a:lstStyle/>
          <a:p>
            <a:fld id="{A7C6DB93-E06B-44C7-B7E4-D0B49E847FEA}" type="slidenum">
              <a:rPr lang="es-ES"/>
              <a:pPr/>
              <a:t>33</a:t>
            </a:fld>
            <a:endParaRPr lang="es-ES"/>
          </a:p>
        </p:txBody>
      </p:sp>
      <p:sp>
        <p:nvSpPr>
          <p:cNvPr id="50178" name="Rectangle 2"/>
          <p:cNvSpPr>
            <a:spLocks noGrp="1" noChangeArrowheads="1"/>
          </p:cNvSpPr>
          <p:nvPr>
            <p:ph type="title"/>
          </p:nvPr>
        </p:nvSpPr>
        <p:spPr/>
        <p:txBody>
          <a:bodyPr/>
          <a:lstStyle/>
          <a:p>
            <a:pPr>
              <a:defRPr/>
            </a:pPr>
            <a:r>
              <a:rPr lang="es-AR" smtClean="0"/>
              <a:t>Matrices - Ejemplos resueltos</a:t>
            </a:r>
          </a:p>
        </p:txBody>
      </p:sp>
      <p:sp>
        <p:nvSpPr>
          <p:cNvPr id="51205" name="Rectangle 3"/>
          <p:cNvSpPr>
            <a:spLocks noGrp="1" noChangeArrowheads="1"/>
          </p:cNvSpPr>
          <p:nvPr>
            <p:ph type="body" idx="1"/>
          </p:nvPr>
        </p:nvSpPr>
        <p:spPr>
          <a:xfrm>
            <a:off x="762000" y="1676400"/>
            <a:ext cx="7543800" cy="4704928"/>
          </a:xfrm>
        </p:spPr>
        <p:txBody>
          <a:bodyPr/>
          <a:lstStyle/>
          <a:p>
            <a:pPr>
              <a:buFontTx/>
              <a:buNone/>
            </a:pPr>
            <a:r>
              <a:rPr lang="es-AR" sz="1800" dirty="0" smtClean="0"/>
              <a:t>	 Ej4. </a:t>
            </a:r>
          </a:p>
          <a:p>
            <a:pPr>
              <a:buFontTx/>
              <a:buNone/>
            </a:pPr>
            <a:r>
              <a:rPr lang="es-AR" sz="1800" dirty="0"/>
              <a:t> </a:t>
            </a:r>
            <a:r>
              <a:rPr lang="es-AR" sz="1800" dirty="0" smtClean="0"/>
              <a:t>     Retomemos el planteo que formulamos al inicio del concepto de Matriz.</a:t>
            </a:r>
          </a:p>
          <a:p>
            <a:pPr>
              <a:buFontTx/>
              <a:buNone/>
            </a:pPr>
            <a:r>
              <a:rPr lang="es-AR" sz="1800" dirty="0"/>
              <a:t> </a:t>
            </a:r>
            <a:r>
              <a:rPr lang="es-AR" sz="1800" dirty="0" smtClean="0"/>
              <a:t>      Un instituto desea controlar los resultados de los alumnos en las distintas asignaturas de la facultad de Ingeniería. El programa debe ingresar las calificaciones de los alumnos y visualizar en pantalla la media de notas por alumno y la media de notas por asignatura.</a:t>
            </a:r>
          </a:p>
          <a:p>
            <a:pPr>
              <a:buFontTx/>
              <a:buNone/>
            </a:pPr>
            <a:r>
              <a:rPr lang="es-AR" sz="1800" dirty="0">
                <a:latin typeface="Arial" charset="0"/>
              </a:rPr>
              <a:t> </a:t>
            </a:r>
            <a:r>
              <a:rPr lang="es-AR" sz="1800" dirty="0" smtClean="0">
                <a:latin typeface="Arial" charset="0"/>
              </a:rPr>
              <a:t>     Las asignaturas están codificadas de 1 a 6 y hay 30 alumnos.</a:t>
            </a:r>
          </a:p>
          <a:p>
            <a:pPr>
              <a:buFontTx/>
              <a:buNone/>
            </a:pPr>
            <a:endParaRPr lang="es-AR" sz="1800" dirty="0">
              <a:latin typeface="Arial" charset="0"/>
            </a:endParaRPr>
          </a:p>
          <a:p>
            <a:pPr>
              <a:buFontTx/>
              <a:buNone/>
            </a:pPr>
            <a:r>
              <a:rPr lang="es-AR" sz="1800" dirty="0" smtClean="0">
                <a:latin typeface="Arial" charset="0"/>
              </a:rPr>
              <a:t>¿Cómo definiremos la estructura? ¿Quién es fila y quien es columna?</a:t>
            </a:r>
          </a:p>
          <a:p>
            <a:pPr>
              <a:buFontTx/>
              <a:buNone/>
            </a:pPr>
            <a:r>
              <a:rPr lang="es-AR" sz="1800" dirty="0" smtClean="0">
                <a:latin typeface="Arial" charset="0"/>
              </a:rPr>
              <a:t>¿Cuántas filas y cuantas columnas?</a:t>
            </a:r>
          </a:p>
          <a:p>
            <a:pPr>
              <a:buFontTx/>
              <a:buNone/>
            </a:pPr>
            <a:r>
              <a:rPr lang="es-AR" sz="1800" dirty="0" smtClean="0">
                <a:latin typeface="Arial" charset="0"/>
              </a:rPr>
              <a:t>¿Qué tipo de dato guardaremos en cada celda?</a:t>
            </a:r>
          </a:p>
          <a:p>
            <a:pPr lvl="1"/>
            <a:endParaRPr lang="es-AR" dirty="0" smtClean="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4 Marcador de número de diapositiva"/>
          <p:cNvSpPr>
            <a:spLocks noGrp="1"/>
          </p:cNvSpPr>
          <p:nvPr>
            <p:ph type="sldNum" sz="quarter" idx="11"/>
          </p:nvPr>
        </p:nvSpPr>
        <p:spPr>
          <a:noFill/>
        </p:spPr>
        <p:txBody>
          <a:bodyPr/>
          <a:lstStyle/>
          <a:p>
            <a:fld id="{B10B0B8D-BF9D-4617-9A5A-A82864B5ED73}" type="slidenum">
              <a:rPr lang="es-ES"/>
              <a:pPr/>
              <a:t>34</a:t>
            </a:fld>
            <a:endParaRPr lang="es-ES"/>
          </a:p>
        </p:txBody>
      </p:sp>
      <p:sp>
        <p:nvSpPr>
          <p:cNvPr id="51202" name="Rectangle 2"/>
          <p:cNvSpPr>
            <a:spLocks noGrp="1" noChangeArrowheads="1"/>
          </p:cNvSpPr>
          <p:nvPr>
            <p:ph type="title"/>
          </p:nvPr>
        </p:nvSpPr>
        <p:spPr>
          <a:xfrm>
            <a:off x="914400" y="332656"/>
            <a:ext cx="7315200" cy="1143000"/>
          </a:xfrm>
        </p:spPr>
        <p:txBody>
          <a:bodyPr/>
          <a:lstStyle/>
          <a:p>
            <a:pPr>
              <a:defRPr/>
            </a:pPr>
            <a:r>
              <a:rPr lang="es-AR" dirty="0" smtClean="0"/>
              <a:t>Matrices - Ejemplos resueltos</a:t>
            </a:r>
          </a:p>
        </p:txBody>
      </p:sp>
      <p:sp>
        <p:nvSpPr>
          <p:cNvPr id="52229" name="Rectangle 3"/>
          <p:cNvSpPr>
            <a:spLocks noGrp="1" noChangeArrowheads="1"/>
          </p:cNvSpPr>
          <p:nvPr>
            <p:ph type="body" idx="1"/>
          </p:nvPr>
        </p:nvSpPr>
        <p:spPr>
          <a:xfrm>
            <a:off x="914400" y="1447800"/>
            <a:ext cx="7543800" cy="5005536"/>
          </a:xfrm>
        </p:spPr>
        <p:txBody>
          <a:bodyPr/>
          <a:lstStyle/>
          <a:p>
            <a:pPr>
              <a:spcBef>
                <a:spcPct val="15000"/>
              </a:spcBef>
              <a:buFontTx/>
              <a:buNone/>
            </a:pPr>
            <a:r>
              <a:rPr lang="es-AR" sz="1800" dirty="0" err="1" smtClean="0"/>
              <a:t>Program</a:t>
            </a:r>
            <a:r>
              <a:rPr lang="es-AR" sz="1800" dirty="0" smtClean="0"/>
              <a:t> Ej4; </a:t>
            </a:r>
          </a:p>
          <a:p>
            <a:pPr>
              <a:spcBef>
                <a:spcPct val="15000"/>
              </a:spcBef>
              <a:buFontTx/>
              <a:buNone/>
            </a:pPr>
            <a:r>
              <a:rPr lang="es-AR" sz="1800" dirty="0" err="1" smtClean="0"/>
              <a:t>const</a:t>
            </a:r>
            <a:endParaRPr lang="es-AR" sz="1800" dirty="0" smtClean="0"/>
          </a:p>
          <a:p>
            <a:pPr lvl="1">
              <a:spcBef>
                <a:spcPct val="15000"/>
              </a:spcBef>
              <a:buFontTx/>
              <a:buNone/>
            </a:pPr>
            <a:r>
              <a:rPr lang="es-AR" sz="1600" dirty="0" err="1" smtClean="0"/>
              <a:t>max_fila</a:t>
            </a:r>
            <a:r>
              <a:rPr lang="es-AR" sz="1600" dirty="0" smtClean="0"/>
              <a:t> = 6 ;</a:t>
            </a:r>
          </a:p>
          <a:p>
            <a:pPr lvl="1">
              <a:spcBef>
                <a:spcPct val="15000"/>
              </a:spcBef>
              <a:buFontTx/>
              <a:buNone/>
            </a:pPr>
            <a:r>
              <a:rPr lang="es-AR" sz="1600" dirty="0" err="1" smtClean="0"/>
              <a:t>max_col</a:t>
            </a:r>
            <a:r>
              <a:rPr lang="es-AR" sz="1600" dirty="0" smtClean="0"/>
              <a:t> = 30;</a:t>
            </a:r>
          </a:p>
          <a:p>
            <a:pPr>
              <a:spcBef>
                <a:spcPct val="15000"/>
              </a:spcBef>
              <a:buFontTx/>
              <a:buNone/>
            </a:pPr>
            <a:r>
              <a:rPr lang="es-AR" sz="1800" dirty="0" err="1" smtClean="0"/>
              <a:t>type</a:t>
            </a:r>
            <a:endParaRPr lang="es-AR" sz="1800" dirty="0" smtClean="0"/>
          </a:p>
          <a:p>
            <a:pPr>
              <a:spcBef>
                <a:spcPct val="15000"/>
              </a:spcBef>
              <a:buFontTx/>
              <a:buNone/>
            </a:pPr>
            <a:r>
              <a:rPr lang="es-AR" sz="1800" dirty="0" smtClean="0"/>
              <a:t>	</a:t>
            </a:r>
            <a:r>
              <a:rPr lang="es-AR" sz="1800" dirty="0" err="1" smtClean="0"/>
              <a:t>t_tabla</a:t>
            </a:r>
            <a:r>
              <a:rPr lang="es-AR" sz="1800" dirty="0" smtClean="0"/>
              <a:t> = </a:t>
            </a:r>
            <a:r>
              <a:rPr lang="es-AR" sz="1800" dirty="0" err="1" smtClean="0"/>
              <a:t>array</a:t>
            </a:r>
            <a:r>
              <a:rPr lang="es-AR" sz="1800" dirty="0" smtClean="0"/>
              <a:t>[1.. </a:t>
            </a:r>
            <a:r>
              <a:rPr lang="es-AR" sz="1800" dirty="0" err="1" smtClean="0"/>
              <a:t>max_fila,max_col</a:t>
            </a:r>
            <a:r>
              <a:rPr lang="es-AR" sz="1800" dirty="0" smtClean="0"/>
              <a:t> ] of </a:t>
            </a:r>
            <a:r>
              <a:rPr lang="es-AR" sz="1800" dirty="0" err="1" smtClean="0"/>
              <a:t>integer</a:t>
            </a:r>
            <a:r>
              <a:rPr lang="es-AR" sz="1800" dirty="0" smtClean="0"/>
              <a:t>;</a:t>
            </a:r>
          </a:p>
          <a:p>
            <a:pPr>
              <a:spcBef>
                <a:spcPct val="15000"/>
              </a:spcBef>
              <a:buFontTx/>
              <a:buNone/>
            </a:pPr>
            <a:r>
              <a:rPr lang="es-AR" sz="1800" dirty="0" smtClean="0"/>
              <a:t>Var  i, j: </a:t>
            </a:r>
            <a:r>
              <a:rPr lang="es-AR" sz="1800" dirty="0" err="1" smtClean="0"/>
              <a:t>integer</a:t>
            </a:r>
            <a:r>
              <a:rPr lang="es-AR" sz="1800" dirty="0" smtClean="0"/>
              <a:t>;</a:t>
            </a:r>
          </a:p>
          <a:p>
            <a:pPr lvl="1">
              <a:spcBef>
                <a:spcPct val="15000"/>
              </a:spcBef>
              <a:buFontTx/>
              <a:buNone/>
            </a:pPr>
            <a:r>
              <a:rPr lang="es-AR" sz="1800" dirty="0" smtClean="0">
                <a:latin typeface="+mn-lt"/>
              </a:rPr>
              <a:t>tabla: </a:t>
            </a:r>
            <a:r>
              <a:rPr lang="es-AR" sz="1800" dirty="0" err="1" smtClean="0">
                <a:latin typeface="+mn-lt"/>
              </a:rPr>
              <a:t>t_tabla</a:t>
            </a:r>
            <a:r>
              <a:rPr lang="es-AR" sz="1800" dirty="0" smtClean="0">
                <a:latin typeface="+mn-lt"/>
              </a:rPr>
              <a:t>;</a:t>
            </a:r>
          </a:p>
          <a:p>
            <a:pPr lvl="1">
              <a:spcBef>
                <a:spcPct val="15000"/>
              </a:spcBef>
              <a:buFontTx/>
              <a:buNone/>
            </a:pPr>
            <a:r>
              <a:rPr lang="es-AR" sz="1800" dirty="0" smtClean="0">
                <a:latin typeface="+mn-lt"/>
              </a:rPr>
              <a:t>suma: </a:t>
            </a:r>
            <a:r>
              <a:rPr lang="es-AR" sz="1800" dirty="0" err="1" smtClean="0">
                <a:latin typeface="+mn-lt"/>
              </a:rPr>
              <a:t>integer</a:t>
            </a:r>
            <a:r>
              <a:rPr lang="es-AR" sz="1800" dirty="0" smtClean="0">
                <a:latin typeface="+mn-lt"/>
              </a:rPr>
              <a:t>;</a:t>
            </a:r>
          </a:p>
          <a:p>
            <a:pPr>
              <a:spcBef>
                <a:spcPct val="15000"/>
              </a:spcBef>
              <a:buFontTx/>
              <a:buNone/>
            </a:pPr>
            <a:r>
              <a:rPr lang="es-AR" sz="1800" dirty="0" smtClean="0"/>
              <a:t>       </a:t>
            </a:r>
            <a:r>
              <a:rPr lang="es-AR" sz="1800" dirty="0" err="1" smtClean="0"/>
              <a:t>prom_al</a:t>
            </a:r>
            <a:r>
              <a:rPr lang="es-AR" sz="1800" dirty="0" smtClean="0"/>
              <a:t>, </a:t>
            </a:r>
            <a:r>
              <a:rPr lang="es-AR" sz="1800" dirty="0" err="1" smtClean="0"/>
              <a:t>prom_mat:real</a:t>
            </a:r>
            <a:r>
              <a:rPr lang="es-AR" sz="1800" dirty="0" smtClean="0"/>
              <a:t>;</a:t>
            </a:r>
          </a:p>
          <a:p>
            <a:pPr>
              <a:spcBef>
                <a:spcPct val="15000"/>
              </a:spcBef>
              <a:buFontTx/>
              <a:buNone/>
            </a:pPr>
            <a:r>
              <a:rPr lang="es-AR" sz="1800" dirty="0" err="1" smtClean="0"/>
              <a:t>begin</a:t>
            </a:r>
            <a:endParaRPr lang="es-AR" sz="1800" dirty="0" smtClean="0"/>
          </a:p>
          <a:p>
            <a:pPr>
              <a:spcBef>
                <a:spcPct val="15000"/>
              </a:spcBef>
              <a:buFontTx/>
              <a:buNone/>
            </a:pPr>
            <a:r>
              <a:rPr lang="es-AR" sz="1800" dirty="0" err="1" smtClean="0"/>
              <a:t>for</a:t>
            </a:r>
            <a:r>
              <a:rPr lang="es-AR" sz="1800" dirty="0" smtClean="0"/>
              <a:t>  i:= 1 </a:t>
            </a:r>
            <a:r>
              <a:rPr lang="es-AR" sz="1800" dirty="0" err="1" smtClean="0"/>
              <a:t>to</a:t>
            </a:r>
            <a:r>
              <a:rPr lang="es-AR" sz="1800" dirty="0" smtClean="0"/>
              <a:t> </a:t>
            </a:r>
            <a:r>
              <a:rPr lang="es-AR" sz="1800" dirty="0" err="1" smtClean="0"/>
              <a:t>max_fila</a:t>
            </a:r>
            <a:r>
              <a:rPr lang="es-AR" sz="1800" dirty="0" smtClean="0"/>
              <a:t> do </a:t>
            </a:r>
          </a:p>
          <a:p>
            <a:pPr>
              <a:spcBef>
                <a:spcPct val="15000"/>
              </a:spcBef>
              <a:buFontTx/>
              <a:buNone/>
            </a:pPr>
            <a:r>
              <a:rPr lang="es-AR" sz="1800" dirty="0" smtClean="0"/>
              <a:t>	 </a:t>
            </a:r>
            <a:r>
              <a:rPr lang="es-AR" sz="1800" dirty="0" err="1" smtClean="0"/>
              <a:t>for</a:t>
            </a:r>
            <a:r>
              <a:rPr lang="es-AR" sz="1800" dirty="0" smtClean="0"/>
              <a:t>  j:= 1 </a:t>
            </a:r>
            <a:r>
              <a:rPr lang="es-AR" sz="1800" dirty="0" err="1" smtClean="0"/>
              <a:t>to</a:t>
            </a:r>
            <a:r>
              <a:rPr lang="es-AR" sz="1800" dirty="0" smtClean="0"/>
              <a:t> </a:t>
            </a:r>
            <a:r>
              <a:rPr lang="es-AR" sz="1800" dirty="0" err="1" smtClean="0"/>
              <a:t>max_fila</a:t>
            </a:r>
            <a:r>
              <a:rPr lang="es-AR" sz="1800" dirty="0" smtClean="0"/>
              <a:t> do </a:t>
            </a:r>
            <a:r>
              <a:rPr lang="es-AR" sz="1800" dirty="0" err="1" smtClean="0"/>
              <a:t>begin</a:t>
            </a:r>
            <a:endParaRPr lang="es-AR" sz="1800" dirty="0" smtClean="0"/>
          </a:p>
          <a:p>
            <a:pPr>
              <a:spcBef>
                <a:spcPct val="15000"/>
              </a:spcBef>
              <a:buFontTx/>
              <a:buNone/>
            </a:pPr>
            <a:r>
              <a:rPr lang="es-AR" sz="1800" dirty="0" smtClean="0"/>
              <a:t>		</a:t>
            </a:r>
            <a:r>
              <a:rPr lang="es-AR" sz="1800" dirty="0" err="1" smtClean="0"/>
              <a:t>writeln</a:t>
            </a:r>
            <a:r>
              <a:rPr lang="es-AR" sz="1800" dirty="0" smtClean="0"/>
              <a:t>(´Ingrese la nota  para la materia´, i, ´del alumno´, j);</a:t>
            </a:r>
          </a:p>
          <a:p>
            <a:pPr>
              <a:spcBef>
                <a:spcPct val="15000"/>
              </a:spcBef>
              <a:buFontTx/>
              <a:buNone/>
            </a:pPr>
            <a:r>
              <a:rPr lang="es-AR" sz="1800" dirty="0"/>
              <a:t> </a:t>
            </a:r>
            <a:r>
              <a:rPr lang="es-AR" sz="1800" dirty="0" smtClean="0"/>
              <a:t>              </a:t>
            </a:r>
            <a:r>
              <a:rPr lang="es-AR" sz="1800" dirty="0" err="1" smtClean="0"/>
              <a:t>readln</a:t>
            </a:r>
            <a:r>
              <a:rPr lang="es-AR" sz="1800" dirty="0" smtClean="0"/>
              <a:t> (</a:t>
            </a:r>
            <a:r>
              <a:rPr lang="es-AR" sz="1800" dirty="0"/>
              <a:t>tabla[</a:t>
            </a:r>
            <a:r>
              <a:rPr lang="es-AR" sz="1800" dirty="0" err="1"/>
              <a:t>i,j</a:t>
            </a:r>
            <a:r>
              <a:rPr lang="es-AR" sz="1800" dirty="0"/>
              <a:t>]</a:t>
            </a:r>
            <a:r>
              <a:rPr lang="es-AR" sz="1800" dirty="0" smtClean="0"/>
              <a:t>);</a:t>
            </a:r>
          </a:p>
          <a:p>
            <a:pPr>
              <a:spcBef>
                <a:spcPct val="15000"/>
              </a:spcBef>
              <a:buFontTx/>
              <a:buNone/>
            </a:pPr>
            <a:r>
              <a:rPr lang="es-AR" sz="1800" dirty="0"/>
              <a:t> </a:t>
            </a:r>
            <a:r>
              <a:rPr lang="es-AR" sz="1800" dirty="0" smtClean="0"/>
              <a:t>              </a:t>
            </a:r>
            <a:r>
              <a:rPr lang="es-AR" sz="1800" dirty="0" err="1" smtClean="0"/>
              <a:t>end</a:t>
            </a:r>
            <a:r>
              <a:rPr lang="es-AR" sz="1800" dirty="0" smtClean="0"/>
              <a:t>;</a:t>
            </a:r>
          </a:p>
          <a:p>
            <a:pPr>
              <a:spcBef>
                <a:spcPct val="15000"/>
              </a:spcBef>
              <a:buFontTx/>
              <a:buNone/>
            </a:pPr>
            <a:r>
              <a:rPr lang="es-AR" sz="1800" dirty="0" smtClean="0"/>
              <a:t>		</a:t>
            </a:r>
          </a:p>
          <a:p>
            <a:pPr>
              <a:spcBef>
                <a:spcPct val="15000"/>
              </a:spcBef>
              <a:buFontTx/>
              <a:buNone/>
            </a:pPr>
            <a:endParaRPr lang="es-AR" dirty="0" smtClean="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4 Marcador de número de diapositiva"/>
          <p:cNvSpPr>
            <a:spLocks noGrp="1"/>
          </p:cNvSpPr>
          <p:nvPr>
            <p:ph type="sldNum" sz="quarter" idx="11"/>
          </p:nvPr>
        </p:nvSpPr>
        <p:spPr>
          <a:noFill/>
        </p:spPr>
        <p:txBody>
          <a:bodyPr/>
          <a:lstStyle/>
          <a:p>
            <a:fld id="{367623D8-44BB-48BC-B208-E98C5D8D629D}" type="slidenum">
              <a:rPr lang="es-ES"/>
              <a:pPr/>
              <a:t>35</a:t>
            </a:fld>
            <a:endParaRPr lang="es-ES"/>
          </a:p>
        </p:txBody>
      </p:sp>
      <p:sp>
        <p:nvSpPr>
          <p:cNvPr id="2" name="Rectangle 2"/>
          <p:cNvSpPr>
            <a:spLocks noGrp="1" noChangeArrowheads="1"/>
          </p:cNvSpPr>
          <p:nvPr>
            <p:ph type="title"/>
          </p:nvPr>
        </p:nvSpPr>
        <p:spPr>
          <a:xfrm>
            <a:off x="914400" y="188640"/>
            <a:ext cx="7315200" cy="803176"/>
          </a:xfrm>
        </p:spPr>
        <p:txBody>
          <a:bodyPr/>
          <a:lstStyle/>
          <a:p>
            <a:pPr>
              <a:defRPr/>
            </a:pPr>
            <a:r>
              <a:rPr lang="es-AR" dirty="0" smtClean="0"/>
              <a:t>Matrices - Ejemplos resueltos</a:t>
            </a:r>
          </a:p>
        </p:txBody>
      </p:sp>
      <p:sp>
        <p:nvSpPr>
          <p:cNvPr id="53253" name="Rectangle 3"/>
          <p:cNvSpPr>
            <a:spLocks noGrp="1" noChangeArrowheads="1"/>
          </p:cNvSpPr>
          <p:nvPr>
            <p:ph type="body" idx="1"/>
          </p:nvPr>
        </p:nvSpPr>
        <p:spPr>
          <a:xfrm>
            <a:off x="899592" y="836712"/>
            <a:ext cx="7543800" cy="5544616"/>
          </a:xfrm>
          <a:noFill/>
        </p:spPr>
        <p:txBody>
          <a:bodyPr/>
          <a:lstStyle/>
          <a:p>
            <a:pPr marL="95250" indent="-95250" defTabSz="285750">
              <a:spcBef>
                <a:spcPct val="15000"/>
              </a:spcBef>
              <a:buFontTx/>
              <a:buNone/>
            </a:pPr>
            <a:r>
              <a:rPr lang="es-AR" sz="1800" dirty="0" err="1" smtClean="0"/>
              <a:t>for</a:t>
            </a:r>
            <a:r>
              <a:rPr lang="es-AR" sz="1800" dirty="0" smtClean="0"/>
              <a:t>  i:= 1 </a:t>
            </a:r>
            <a:r>
              <a:rPr lang="es-AR" sz="1800" dirty="0" err="1" smtClean="0"/>
              <a:t>to</a:t>
            </a:r>
            <a:r>
              <a:rPr lang="es-AR" sz="1800" dirty="0" smtClean="0"/>
              <a:t> </a:t>
            </a:r>
            <a:r>
              <a:rPr lang="es-AR" sz="1800" dirty="0" err="1" smtClean="0"/>
              <a:t>max_fila</a:t>
            </a:r>
            <a:r>
              <a:rPr lang="es-AR" sz="1800" dirty="0" smtClean="0"/>
              <a:t> do  </a:t>
            </a:r>
            <a:r>
              <a:rPr lang="es-AR" sz="1800" dirty="0" err="1" smtClean="0"/>
              <a:t>begin</a:t>
            </a:r>
            <a:endParaRPr lang="es-AR" sz="1800" dirty="0" smtClean="0"/>
          </a:p>
          <a:p>
            <a:pPr marL="95250" indent="-95250" defTabSz="285750">
              <a:spcBef>
                <a:spcPct val="15000"/>
              </a:spcBef>
              <a:buFontTx/>
              <a:buNone/>
            </a:pPr>
            <a:r>
              <a:rPr lang="es-AR" sz="1800" dirty="0" smtClean="0"/>
              <a:t>	suma:=0;</a:t>
            </a:r>
          </a:p>
          <a:p>
            <a:pPr marL="95250" indent="-95250" defTabSz="285750">
              <a:spcBef>
                <a:spcPct val="15000"/>
              </a:spcBef>
              <a:buFontTx/>
              <a:buNone/>
            </a:pPr>
            <a:r>
              <a:rPr lang="es-AR" sz="1800" dirty="0" smtClean="0"/>
              <a:t>	 </a:t>
            </a:r>
            <a:r>
              <a:rPr lang="es-AR" sz="1800" dirty="0" err="1" smtClean="0"/>
              <a:t>for</a:t>
            </a:r>
            <a:r>
              <a:rPr lang="es-AR" sz="1800" dirty="0" smtClean="0"/>
              <a:t>  j:= 1 </a:t>
            </a:r>
            <a:r>
              <a:rPr lang="es-AR" sz="1800" dirty="0" err="1" smtClean="0"/>
              <a:t>to</a:t>
            </a:r>
            <a:r>
              <a:rPr lang="es-AR" sz="1800" dirty="0" smtClean="0"/>
              <a:t> </a:t>
            </a:r>
            <a:r>
              <a:rPr lang="es-AR" sz="1800" dirty="0" err="1" smtClean="0"/>
              <a:t>max_col</a:t>
            </a:r>
            <a:r>
              <a:rPr lang="es-AR" sz="1800" dirty="0" smtClean="0"/>
              <a:t> do </a:t>
            </a:r>
          </a:p>
          <a:p>
            <a:pPr marL="95250" indent="-95250" defTabSz="285750">
              <a:spcBef>
                <a:spcPct val="15000"/>
              </a:spcBef>
              <a:buFontTx/>
              <a:buNone/>
            </a:pPr>
            <a:r>
              <a:rPr lang="es-AR" sz="1800" dirty="0" smtClean="0"/>
              <a:t>		suma:= suma + tabla[</a:t>
            </a:r>
            <a:r>
              <a:rPr lang="es-AR" sz="1800" dirty="0" err="1" smtClean="0"/>
              <a:t>i,j</a:t>
            </a:r>
            <a:r>
              <a:rPr lang="es-AR" sz="1800" dirty="0" smtClean="0"/>
              <a:t>];</a:t>
            </a:r>
          </a:p>
          <a:p>
            <a:pPr marL="95250" indent="-95250" defTabSz="285750">
              <a:spcBef>
                <a:spcPct val="15000"/>
              </a:spcBef>
              <a:buFontTx/>
              <a:buNone/>
            </a:pPr>
            <a:r>
              <a:rPr lang="es-AR" sz="1800" dirty="0" smtClean="0"/>
              <a:t>	</a:t>
            </a:r>
            <a:r>
              <a:rPr lang="es-AR" sz="1800" dirty="0" err="1" smtClean="0"/>
              <a:t>prom_mat</a:t>
            </a:r>
            <a:r>
              <a:rPr lang="es-AR" sz="1800" dirty="0" smtClean="0"/>
              <a:t> : =suma /i;</a:t>
            </a:r>
          </a:p>
          <a:p>
            <a:pPr marL="95250" indent="-95250" defTabSz="285750">
              <a:spcBef>
                <a:spcPct val="15000"/>
              </a:spcBef>
              <a:buNone/>
            </a:pPr>
            <a:r>
              <a:rPr lang="es-AR" sz="1800" dirty="0" err="1"/>
              <a:t>writeln</a:t>
            </a:r>
            <a:r>
              <a:rPr lang="es-AR" sz="1800" dirty="0"/>
              <a:t> (´El promedio de calificaciones para la asignatura´, i, ´es´, </a:t>
            </a:r>
            <a:r>
              <a:rPr lang="es-AR" sz="1800" dirty="0" err="1" smtClean="0"/>
              <a:t>prom_mat</a:t>
            </a:r>
            <a:r>
              <a:rPr lang="es-AR" sz="1800" dirty="0" smtClean="0"/>
              <a:t>);</a:t>
            </a:r>
            <a:endParaRPr lang="es-AR" sz="1800" dirty="0"/>
          </a:p>
          <a:p>
            <a:pPr marL="95250" indent="-95250" defTabSz="285750">
              <a:spcBef>
                <a:spcPct val="15000"/>
              </a:spcBef>
              <a:buFontTx/>
              <a:buNone/>
            </a:pPr>
            <a:r>
              <a:rPr lang="es-AR" sz="1800" dirty="0" err="1" smtClean="0"/>
              <a:t>end</a:t>
            </a:r>
            <a:r>
              <a:rPr lang="es-AR" sz="1800" dirty="0" smtClean="0"/>
              <a:t>;</a:t>
            </a:r>
          </a:p>
          <a:p>
            <a:pPr marL="95250" indent="-95250" defTabSz="285750">
              <a:spcBef>
                <a:spcPct val="15000"/>
              </a:spcBef>
              <a:buFontTx/>
              <a:buNone/>
            </a:pPr>
            <a:r>
              <a:rPr lang="es-AR" sz="1800" dirty="0" err="1"/>
              <a:t>for</a:t>
            </a:r>
            <a:r>
              <a:rPr lang="es-AR" sz="1800" dirty="0"/>
              <a:t>  i:= 1 </a:t>
            </a:r>
            <a:r>
              <a:rPr lang="es-AR" sz="1800" dirty="0" err="1"/>
              <a:t>to</a:t>
            </a:r>
            <a:r>
              <a:rPr lang="es-AR" sz="1800" dirty="0"/>
              <a:t> </a:t>
            </a:r>
            <a:r>
              <a:rPr lang="es-AR" sz="1800" dirty="0" err="1"/>
              <a:t>max_col</a:t>
            </a:r>
            <a:r>
              <a:rPr lang="es-AR" sz="1800" dirty="0"/>
              <a:t> do  	</a:t>
            </a:r>
            <a:r>
              <a:rPr lang="es-AR" sz="1800" dirty="0" err="1"/>
              <a:t>begin</a:t>
            </a:r>
            <a:endParaRPr lang="es-AR" sz="1800" dirty="0"/>
          </a:p>
          <a:p>
            <a:pPr marL="95250" indent="-95250" defTabSz="285750">
              <a:spcBef>
                <a:spcPct val="15000"/>
              </a:spcBef>
              <a:buFontTx/>
              <a:buNone/>
            </a:pPr>
            <a:r>
              <a:rPr lang="es-AR" sz="1800" dirty="0"/>
              <a:t>	suma:=0;</a:t>
            </a:r>
          </a:p>
          <a:p>
            <a:pPr marL="95250" indent="-95250" defTabSz="285750">
              <a:spcBef>
                <a:spcPct val="15000"/>
              </a:spcBef>
              <a:buFontTx/>
              <a:buNone/>
            </a:pPr>
            <a:r>
              <a:rPr lang="es-AR" sz="1800" dirty="0"/>
              <a:t>	 </a:t>
            </a:r>
            <a:r>
              <a:rPr lang="es-AR" sz="1800" dirty="0" err="1"/>
              <a:t>for</a:t>
            </a:r>
            <a:r>
              <a:rPr lang="es-AR" sz="1800" dirty="0"/>
              <a:t>  j:= 1 </a:t>
            </a:r>
            <a:r>
              <a:rPr lang="es-AR" sz="1800" dirty="0" err="1"/>
              <a:t>to</a:t>
            </a:r>
            <a:r>
              <a:rPr lang="es-AR" sz="1800" dirty="0"/>
              <a:t> </a:t>
            </a:r>
            <a:r>
              <a:rPr lang="es-AR" sz="1800" dirty="0" err="1"/>
              <a:t>max_fila</a:t>
            </a:r>
            <a:r>
              <a:rPr lang="es-AR" sz="1800" dirty="0"/>
              <a:t> do </a:t>
            </a:r>
          </a:p>
          <a:p>
            <a:pPr marL="95250" indent="-95250" defTabSz="285750">
              <a:spcBef>
                <a:spcPct val="15000"/>
              </a:spcBef>
              <a:buFontTx/>
              <a:buNone/>
            </a:pPr>
            <a:r>
              <a:rPr lang="es-AR" sz="1800" dirty="0"/>
              <a:t>		suma:= suma + tabla[</a:t>
            </a:r>
            <a:r>
              <a:rPr lang="es-AR" sz="1800" dirty="0" err="1"/>
              <a:t>i,j</a:t>
            </a:r>
            <a:r>
              <a:rPr lang="es-AR" sz="1800" dirty="0"/>
              <a:t>];</a:t>
            </a:r>
          </a:p>
          <a:p>
            <a:pPr marL="95250" indent="-95250" defTabSz="285750">
              <a:spcBef>
                <a:spcPct val="15000"/>
              </a:spcBef>
              <a:buFontTx/>
              <a:buNone/>
            </a:pPr>
            <a:r>
              <a:rPr lang="es-AR" sz="1800" dirty="0"/>
              <a:t>	</a:t>
            </a:r>
            <a:r>
              <a:rPr lang="es-AR" sz="1800" dirty="0" err="1"/>
              <a:t>prom_al</a:t>
            </a:r>
            <a:r>
              <a:rPr lang="es-AR" sz="1800" dirty="0"/>
              <a:t> : =suma /i;</a:t>
            </a:r>
          </a:p>
          <a:p>
            <a:pPr marL="95250" indent="-95250" defTabSz="285750">
              <a:spcBef>
                <a:spcPct val="15000"/>
              </a:spcBef>
              <a:buFontTx/>
              <a:buNone/>
            </a:pPr>
            <a:r>
              <a:rPr lang="es-AR" sz="1800" dirty="0" err="1"/>
              <a:t>writeln</a:t>
            </a:r>
            <a:r>
              <a:rPr lang="es-AR" sz="1800" dirty="0"/>
              <a:t> (´El promedio de calificaciones para el alumno´, j, ´es´, </a:t>
            </a:r>
            <a:r>
              <a:rPr lang="es-AR" sz="1800" dirty="0" err="1"/>
              <a:t>prom_al</a:t>
            </a:r>
            <a:r>
              <a:rPr lang="es-AR" sz="1800" dirty="0"/>
              <a:t>)</a:t>
            </a:r>
          </a:p>
          <a:p>
            <a:pPr marL="95250" indent="-95250" defTabSz="285750">
              <a:spcBef>
                <a:spcPct val="15000"/>
              </a:spcBef>
              <a:buFontTx/>
              <a:buNone/>
            </a:pPr>
            <a:r>
              <a:rPr lang="es-AR" sz="1800" dirty="0"/>
              <a:t>	</a:t>
            </a:r>
            <a:r>
              <a:rPr lang="es-AR" sz="1800" dirty="0" err="1"/>
              <a:t>end</a:t>
            </a:r>
            <a:r>
              <a:rPr lang="es-AR" sz="1800" dirty="0"/>
              <a:t>;</a:t>
            </a:r>
          </a:p>
          <a:p>
            <a:pPr marL="95250" indent="-95250" defTabSz="285750">
              <a:spcBef>
                <a:spcPct val="15000"/>
              </a:spcBef>
              <a:buFontTx/>
              <a:buNone/>
            </a:pPr>
            <a:r>
              <a:rPr lang="es-AR" sz="1800" dirty="0" err="1"/>
              <a:t>writeln</a:t>
            </a:r>
            <a:r>
              <a:rPr lang="es-AR" sz="1800" dirty="0"/>
              <a:t> (´La suma es ´,suma´);</a:t>
            </a:r>
          </a:p>
          <a:p>
            <a:pPr marL="0" indent="0" defTabSz="285750">
              <a:buNone/>
            </a:pPr>
            <a:r>
              <a:rPr lang="es-AR" sz="1800" dirty="0" err="1"/>
              <a:t>End</a:t>
            </a:r>
            <a:r>
              <a:rPr lang="es-AR" sz="1800" dirty="0"/>
              <a:t>.</a:t>
            </a:r>
          </a:p>
          <a:p>
            <a:pPr marL="95250" indent="-95250" defTabSz="285750">
              <a:spcBef>
                <a:spcPct val="15000"/>
              </a:spcBef>
              <a:buFontTx/>
              <a:buNone/>
            </a:pPr>
            <a:endParaRPr lang="es-AR" sz="1800" dirty="0" smtClean="0"/>
          </a:p>
          <a:p>
            <a:pPr marL="95250" indent="-95250" defTabSz="285750">
              <a:spcBef>
                <a:spcPct val="15000"/>
              </a:spcBef>
              <a:buFontTx/>
              <a:buNone/>
            </a:pPr>
            <a:endParaRPr lang="es-AR" sz="1800" dirty="0" smtClean="0"/>
          </a:p>
          <a:p>
            <a:pPr marL="95250" indent="-95250" defTabSz="285750">
              <a:spcBef>
                <a:spcPct val="15000"/>
              </a:spcBef>
              <a:buFontTx/>
              <a:buNone/>
            </a:pPr>
            <a:r>
              <a:rPr lang="es-AR" sz="1800" dirty="0" smtClean="0"/>
              <a:t> </a:t>
            </a:r>
            <a:endParaRPr lang="es-AR" dirty="0" smtClean="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4 Marcador de número de diapositiva"/>
          <p:cNvSpPr>
            <a:spLocks noGrp="1"/>
          </p:cNvSpPr>
          <p:nvPr>
            <p:ph type="sldNum" sz="quarter" idx="11"/>
          </p:nvPr>
        </p:nvSpPr>
        <p:spPr>
          <a:noFill/>
        </p:spPr>
        <p:txBody>
          <a:bodyPr/>
          <a:lstStyle/>
          <a:p>
            <a:fld id="{9615598A-C93D-4760-8217-29B0F8F2CF75}" type="slidenum">
              <a:rPr lang="es-ES"/>
              <a:pPr/>
              <a:t>36</a:t>
            </a:fld>
            <a:endParaRPr lang="es-ES"/>
          </a:p>
        </p:txBody>
      </p:sp>
      <p:sp>
        <p:nvSpPr>
          <p:cNvPr id="2" name="Rectangle 2"/>
          <p:cNvSpPr>
            <a:spLocks noGrp="1" noChangeArrowheads="1"/>
          </p:cNvSpPr>
          <p:nvPr>
            <p:ph type="title"/>
          </p:nvPr>
        </p:nvSpPr>
        <p:spPr>
          <a:xfrm>
            <a:off x="914400" y="332656"/>
            <a:ext cx="7315200" cy="1143000"/>
          </a:xfrm>
        </p:spPr>
        <p:txBody>
          <a:bodyPr/>
          <a:lstStyle/>
          <a:p>
            <a:pPr>
              <a:defRPr/>
            </a:pPr>
            <a:r>
              <a:rPr lang="es-AR" dirty="0" smtClean="0"/>
              <a:t>Arreglos </a:t>
            </a:r>
            <a:r>
              <a:rPr lang="es-AR" dirty="0" err="1" smtClean="0"/>
              <a:t>multidimesionales</a:t>
            </a:r>
            <a:endParaRPr lang="es-AR" dirty="0" smtClean="0"/>
          </a:p>
        </p:txBody>
      </p:sp>
      <p:sp>
        <p:nvSpPr>
          <p:cNvPr id="55301" name="Rectangle 3"/>
          <p:cNvSpPr>
            <a:spLocks noGrp="1" noChangeArrowheads="1"/>
          </p:cNvSpPr>
          <p:nvPr>
            <p:ph type="body" idx="1"/>
          </p:nvPr>
        </p:nvSpPr>
        <p:spPr>
          <a:xfrm>
            <a:off x="395536" y="1196752"/>
            <a:ext cx="8610600" cy="5112568"/>
          </a:xfrm>
        </p:spPr>
        <p:txBody>
          <a:bodyPr/>
          <a:lstStyle/>
          <a:p>
            <a:pPr marL="0" indent="0">
              <a:buFontTx/>
              <a:buNone/>
            </a:pPr>
            <a:r>
              <a:rPr lang="es-AR" sz="1800" dirty="0" smtClean="0"/>
              <a:t>	 Así como hemos trabajado con vectores (arreglos unidimensionales) y matrices (arreglos bidimensionales), es posible trabajar con arreglos de más de dos dimensiones, los que son denominados arreglos multidimensionales.</a:t>
            </a:r>
          </a:p>
          <a:p>
            <a:pPr marL="0" indent="0">
              <a:buFontTx/>
              <a:buNone/>
            </a:pPr>
            <a:r>
              <a:rPr lang="es-AR" sz="2000" b="1" dirty="0" smtClean="0"/>
              <a:t>Ejemplos de problemas de aplicación de arreglos multidimensionales</a:t>
            </a:r>
            <a:r>
              <a:rPr lang="es-AR" sz="1800" dirty="0" smtClean="0"/>
              <a:t> </a:t>
            </a:r>
          </a:p>
          <a:p>
            <a:pPr marL="0" indent="0">
              <a:buFontTx/>
              <a:buNone/>
            </a:pPr>
            <a:r>
              <a:rPr lang="es-AR" sz="1800" dirty="0" smtClean="0"/>
              <a:t>Se desea escribir un programa que permita manejar la información de habitantes de un complejo habitacional. El mismo posee 7 torres; a su vez cada torre posee 20 pisos y cada piso 6 departamentos.</a:t>
            </a:r>
          </a:p>
          <a:p>
            <a:pPr marL="0" indent="0">
              <a:buFontTx/>
              <a:buNone/>
            </a:pPr>
            <a:r>
              <a:rPr lang="es-AR" sz="1800" dirty="0" smtClean="0"/>
              <a:t>Se desea saber:</a:t>
            </a:r>
          </a:p>
          <a:p>
            <a:pPr marL="0" indent="0">
              <a:buFontTx/>
              <a:buNone/>
            </a:pPr>
            <a:r>
              <a:rPr lang="es-AR" sz="1800" dirty="0" smtClean="0"/>
              <a:t>a) Cantidad total de habitantes del complejo</a:t>
            </a:r>
          </a:p>
          <a:p>
            <a:pPr marL="0" indent="0">
              <a:buFontTx/>
              <a:buNone/>
            </a:pPr>
            <a:r>
              <a:rPr lang="es-AR" sz="1800" dirty="0" smtClean="0"/>
              <a:t>b) Cantidad promedio de habitantes por piso de cada torre</a:t>
            </a:r>
          </a:p>
          <a:p>
            <a:pPr marL="0" indent="0">
              <a:buFontTx/>
              <a:buNone/>
            </a:pPr>
            <a:r>
              <a:rPr lang="es-AR" sz="1800" dirty="0" smtClean="0"/>
              <a:t>c) Cantidad promedio de habitantes por torre</a:t>
            </a:r>
          </a:p>
          <a:p>
            <a:pPr marL="190500" lvl="1" indent="0"/>
            <a:r>
              <a:rPr lang="es-AR" dirty="0" smtClean="0">
                <a:solidFill>
                  <a:srgbClr val="FF0000"/>
                </a:solidFill>
              </a:rPr>
              <a:t>¿Cómo definiríamos la estructura?</a:t>
            </a:r>
          </a:p>
          <a:p>
            <a:pPr marL="190500" lvl="1" indent="0"/>
            <a:r>
              <a:rPr lang="es-AR" dirty="0" smtClean="0">
                <a:solidFill>
                  <a:srgbClr val="FF0000"/>
                </a:solidFill>
              </a:rPr>
              <a:t>¿Te </a:t>
            </a:r>
            <a:r>
              <a:rPr lang="es-AR" dirty="0" err="1" smtClean="0">
                <a:solidFill>
                  <a:srgbClr val="FF0000"/>
                </a:solidFill>
              </a:rPr>
              <a:t>animás</a:t>
            </a:r>
            <a:r>
              <a:rPr lang="es-AR" dirty="0" smtClean="0">
                <a:solidFill>
                  <a:srgbClr val="FF0000"/>
                </a:solidFill>
              </a:rPr>
              <a:t> a escribir el programa que resuelva el planteo?</a:t>
            </a:r>
            <a:endParaRPr lang="es-AR" dirty="0" smtClean="0">
              <a:solidFill>
                <a:srgbClr val="FF0000"/>
              </a:solidFill>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Presentar a un orador - Dale Carnegie Training (R)">
  <a:themeElements>
    <a:clrScheme name="Presentar a un orador - Dale Carnegie Training (R) 1">
      <a:dk1>
        <a:srgbClr val="4D4D4D"/>
      </a:dk1>
      <a:lt1>
        <a:srgbClr val="FFFFFF"/>
      </a:lt1>
      <a:dk2>
        <a:srgbClr val="006666"/>
      </a:dk2>
      <a:lt2>
        <a:srgbClr val="CC9900"/>
      </a:lt2>
      <a:accent1>
        <a:srgbClr val="CC9900"/>
      </a:accent1>
      <a:accent2>
        <a:srgbClr val="800000"/>
      </a:accent2>
      <a:accent3>
        <a:srgbClr val="AAB8B8"/>
      </a:accent3>
      <a:accent4>
        <a:srgbClr val="DADADA"/>
      </a:accent4>
      <a:accent5>
        <a:srgbClr val="E2CAAA"/>
      </a:accent5>
      <a:accent6>
        <a:srgbClr val="730000"/>
      </a:accent6>
      <a:hlink>
        <a:srgbClr val="C0C0C0"/>
      </a:hlink>
      <a:folHlink>
        <a:srgbClr val="969696"/>
      </a:folHlink>
    </a:clrScheme>
    <a:fontScheme name="Presentar a un orador - Dale Carnegie Training (R)">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Presentar a un orador - Dale Carnegie Training (R) 1">
        <a:dk1>
          <a:srgbClr val="4D4D4D"/>
        </a:dk1>
        <a:lt1>
          <a:srgbClr val="FFFFFF"/>
        </a:lt1>
        <a:dk2>
          <a:srgbClr val="006666"/>
        </a:dk2>
        <a:lt2>
          <a:srgbClr val="CC9900"/>
        </a:lt2>
        <a:accent1>
          <a:srgbClr val="CC9900"/>
        </a:accent1>
        <a:accent2>
          <a:srgbClr val="800000"/>
        </a:accent2>
        <a:accent3>
          <a:srgbClr val="AAB8B8"/>
        </a:accent3>
        <a:accent4>
          <a:srgbClr val="DADADA"/>
        </a:accent4>
        <a:accent5>
          <a:srgbClr val="E2CAAA"/>
        </a:accent5>
        <a:accent6>
          <a:srgbClr val="730000"/>
        </a:accent6>
        <a:hlink>
          <a:srgbClr val="C0C0C0"/>
        </a:hlink>
        <a:folHlink>
          <a:srgbClr val="969696"/>
        </a:folHlink>
      </a:clrScheme>
      <a:clrMap bg1="dk2" tx1="lt1" bg2="dk1" tx2="lt2" accent1="accent1" accent2="accent2" accent3="accent3" accent4="accent4" accent5="accent5" accent6="accent6" hlink="hlink" folHlink="folHlink"/>
    </a:extraClrScheme>
    <a:extraClrScheme>
      <a:clrScheme name="Presentar a un orador - Dale Carnegie Training (R) 2">
        <a:dk1>
          <a:srgbClr val="4D4D4D"/>
        </a:dk1>
        <a:lt1>
          <a:srgbClr val="99CCFF"/>
        </a:lt1>
        <a:dk2>
          <a:srgbClr val="4D4D4D"/>
        </a:dk2>
        <a:lt2>
          <a:srgbClr val="000000"/>
        </a:lt2>
        <a:accent1>
          <a:srgbClr val="990099"/>
        </a:accent1>
        <a:accent2>
          <a:srgbClr val="FFCC00"/>
        </a:accent2>
        <a:accent3>
          <a:srgbClr val="CAE2FF"/>
        </a:accent3>
        <a:accent4>
          <a:srgbClr val="404040"/>
        </a:accent4>
        <a:accent5>
          <a:srgbClr val="CAAACA"/>
        </a:accent5>
        <a:accent6>
          <a:srgbClr val="E7B900"/>
        </a:accent6>
        <a:hlink>
          <a:srgbClr val="FFFFFF"/>
        </a:hlink>
        <a:folHlink>
          <a:srgbClr val="EAEAEA"/>
        </a:folHlink>
      </a:clrScheme>
      <a:clrMap bg1="lt1" tx1="dk1" bg2="lt2" tx2="dk2" accent1="accent1" accent2="accent2" accent3="accent3" accent4="accent4" accent5="accent5" accent6="accent6" hlink="hlink" folHlink="folHlink"/>
    </a:extraClrScheme>
    <a:extraClrScheme>
      <a:clrScheme name="Presentar a un orador - Dale Carnegie Training (R) 3">
        <a:dk1>
          <a:srgbClr val="010000"/>
        </a:dk1>
        <a:lt1>
          <a:srgbClr val="C0C0C0"/>
        </a:lt1>
        <a:dk2>
          <a:srgbClr val="010000"/>
        </a:dk2>
        <a:lt2>
          <a:srgbClr val="C0C0C0"/>
        </a:lt2>
        <a:accent1>
          <a:srgbClr val="969696"/>
        </a:accent1>
        <a:accent2>
          <a:srgbClr val="000000"/>
        </a:accent2>
        <a:accent3>
          <a:srgbClr val="DCDCDC"/>
        </a:accent3>
        <a:accent4>
          <a:srgbClr val="010000"/>
        </a:accent4>
        <a:accent5>
          <a:srgbClr val="C9C9C9"/>
        </a:accent5>
        <a:accent6>
          <a:srgbClr val="000000"/>
        </a:accent6>
        <a:hlink>
          <a:srgbClr val="FFFFFF"/>
        </a:hlink>
        <a:folHlink>
          <a:srgbClr val="EAEAEA"/>
        </a:folHlink>
      </a:clrScheme>
      <a:clrMap bg1="lt1" tx1="dk1" bg2="lt2" tx2="dk2" accent1="accent1" accent2="accent2" accent3="accent3" accent4="accent4" accent5="accent5" accent6="accent6" hlink="hlink" folHlink="folHlink"/>
    </a:extraClrScheme>
    <a:extraClrScheme>
      <a:clrScheme name="Presentar a un orador - Dale Carnegie Training (R) 4">
        <a:dk1>
          <a:srgbClr val="000000"/>
        </a:dk1>
        <a:lt1>
          <a:srgbClr val="FFFF00"/>
        </a:lt1>
        <a:dk2>
          <a:srgbClr val="000066"/>
        </a:dk2>
        <a:lt2>
          <a:srgbClr val="99CC00"/>
        </a:lt2>
        <a:accent1>
          <a:srgbClr val="99CC00"/>
        </a:accent1>
        <a:accent2>
          <a:srgbClr val="FFFF00"/>
        </a:accent2>
        <a:accent3>
          <a:srgbClr val="AAAAB8"/>
        </a:accent3>
        <a:accent4>
          <a:srgbClr val="DADA00"/>
        </a:accent4>
        <a:accent5>
          <a:srgbClr val="CAE2AA"/>
        </a:accent5>
        <a:accent6>
          <a:srgbClr val="E7E700"/>
        </a:accent6>
        <a:hlink>
          <a:srgbClr val="9999FF"/>
        </a:hlink>
        <a:folHlink>
          <a:srgbClr val="9933FF"/>
        </a:folHlink>
      </a:clrScheme>
      <a:clrMap bg1="dk2" tx1="lt1" bg2="dk1" tx2="lt2" accent1="accent1" accent2="accent2" accent3="accent3" accent4="accent4" accent5="accent5" accent6="accent6" hlink="hlink" folHlink="folHlink"/>
    </a:extraClrScheme>
    <a:extraClrScheme>
      <a:clrScheme name="Presentar a un orador - Dale Carnegie Training (R) 5">
        <a:dk1>
          <a:srgbClr val="969696"/>
        </a:dk1>
        <a:lt1>
          <a:srgbClr val="FFCC00"/>
        </a:lt1>
        <a:dk2>
          <a:srgbClr val="FF6600"/>
        </a:dk2>
        <a:lt2>
          <a:srgbClr val="009900"/>
        </a:lt2>
        <a:accent1>
          <a:srgbClr val="FFCC00"/>
        </a:accent1>
        <a:accent2>
          <a:srgbClr val="009900"/>
        </a:accent2>
        <a:accent3>
          <a:srgbClr val="FFB8AA"/>
        </a:accent3>
        <a:accent4>
          <a:srgbClr val="DAAE00"/>
        </a:accent4>
        <a:accent5>
          <a:srgbClr val="FFE2AA"/>
        </a:accent5>
        <a:accent6>
          <a:srgbClr val="008A00"/>
        </a:accent6>
        <a:hlink>
          <a:srgbClr val="FFFFFF"/>
        </a:hlink>
        <a:folHlink>
          <a:srgbClr val="FF9966"/>
        </a:folHlink>
      </a:clrScheme>
      <a:clrMap bg1="dk2" tx1="lt1" bg2="dk1" tx2="lt2" accent1="accent1" accent2="accent2" accent3="accent3" accent4="accent4" accent5="accent5" accent6="accent6" hlink="hlink" folHlink="folHlink"/>
    </a:extraClrScheme>
    <a:extraClrScheme>
      <a:clrScheme name="Presentar a un orador - Dale Carnegie Training (R) 6">
        <a:dk1>
          <a:srgbClr val="000000"/>
        </a:dk1>
        <a:lt1>
          <a:srgbClr val="FFCC00"/>
        </a:lt1>
        <a:dk2>
          <a:srgbClr val="336600"/>
        </a:dk2>
        <a:lt2>
          <a:srgbClr val="969696"/>
        </a:lt2>
        <a:accent1>
          <a:srgbClr val="336600"/>
        </a:accent1>
        <a:accent2>
          <a:srgbClr val="CCCC00"/>
        </a:accent2>
        <a:accent3>
          <a:srgbClr val="FFE2AA"/>
        </a:accent3>
        <a:accent4>
          <a:srgbClr val="000000"/>
        </a:accent4>
        <a:accent5>
          <a:srgbClr val="ADB8AA"/>
        </a:accent5>
        <a:accent6>
          <a:srgbClr val="B9B900"/>
        </a:accent6>
        <a:hlink>
          <a:srgbClr val="FFFFFF"/>
        </a:hlink>
        <a:folHlink>
          <a:srgbClr val="FFFFAF"/>
        </a:folHlink>
      </a:clrScheme>
      <a:clrMap bg1="lt1" tx1="dk1" bg2="lt2" tx2="dk2" accent1="accent1" accent2="accent2" accent3="accent3" accent4="accent4" accent5="accent5" accent6="accent6" hlink="hlink" folHlink="folHlink"/>
    </a:extraClrScheme>
    <a:extraClrScheme>
      <a:clrScheme name="Presentar a un orador - Dale Carnegie Training (R) 7">
        <a:dk1>
          <a:srgbClr val="010000"/>
        </a:dk1>
        <a:lt1>
          <a:srgbClr val="99CCFF"/>
        </a:lt1>
        <a:dk2>
          <a:srgbClr val="666633"/>
        </a:dk2>
        <a:lt2>
          <a:srgbClr val="969696"/>
        </a:lt2>
        <a:accent1>
          <a:srgbClr val="666633"/>
        </a:accent1>
        <a:accent2>
          <a:srgbClr val="FFCC00"/>
        </a:accent2>
        <a:accent3>
          <a:srgbClr val="CAE2FF"/>
        </a:accent3>
        <a:accent4>
          <a:srgbClr val="010000"/>
        </a:accent4>
        <a:accent5>
          <a:srgbClr val="B8B8AD"/>
        </a:accent5>
        <a:accent6>
          <a:srgbClr val="E7B900"/>
        </a:accent6>
        <a:hlink>
          <a:srgbClr val="FFFFFF"/>
        </a:hlink>
        <a:folHlink>
          <a:srgbClr val="CCECFF"/>
        </a:folHlink>
      </a:clrScheme>
      <a:clrMap bg1="lt1" tx1="dk1" bg2="lt2" tx2="dk2" accent1="accent1" accent2="accent2" accent3="accent3" accent4="accent4" accent5="accent5" accent6="accent6" hlink="hlink" folHlink="folHlink"/>
    </a:extraClrScheme>
    <a:extraClrScheme>
      <a:clrScheme name="Presentar a un orador - Dale Carnegie Training (R) 8">
        <a:dk1>
          <a:srgbClr val="9900CC"/>
        </a:dk1>
        <a:lt1>
          <a:srgbClr val="FFCC00"/>
        </a:lt1>
        <a:dk2>
          <a:srgbClr val="FF3300"/>
        </a:dk2>
        <a:lt2>
          <a:srgbClr val="969696"/>
        </a:lt2>
        <a:accent1>
          <a:srgbClr val="FF3300"/>
        </a:accent1>
        <a:accent2>
          <a:srgbClr val="FFCC00"/>
        </a:accent2>
        <a:accent3>
          <a:srgbClr val="FFE2AA"/>
        </a:accent3>
        <a:accent4>
          <a:srgbClr val="8200AE"/>
        </a:accent4>
        <a:accent5>
          <a:srgbClr val="FFADAA"/>
        </a:accent5>
        <a:accent6>
          <a:srgbClr val="E7B900"/>
        </a:accent6>
        <a:hlink>
          <a:srgbClr val="FFFFFF"/>
        </a:hlink>
        <a:folHlink>
          <a:srgbClr val="FFFFC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ema d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C:\Archivos de programa\Microsoft Office\Plantillas\Presentaciones\Presentar a un orador - Dale Carnegie Training (R).pot</Template>
  <TotalTime>160</TotalTime>
  <Words>1330</Words>
  <Application>Microsoft Office PowerPoint</Application>
  <PresentationFormat>Presentación en pantalla (4:3)</PresentationFormat>
  <Paragraphs>394</Paragraphs>
  <Slides>36</Slides>
  <Notes>4</Notes>
  <HiddenSlides>0</HiddenSlides>
  <MMClips>0</MMClips>
  <ScaleCrop>false</ScaleCrop>
  <HeadingPairs>
    <vt:vector size="4" baseType="variant">
      <vt:variant>
        <vt:lpstr>Tema</vt:lpstr>
      </vt:variant>
      <vt:variant>
        <vt:i4>1</vt:i4>
      </vt:variant>
      <vt:variant>
        <vt:lpstr>Títulos de diapositiva</vt:lpstr>
      </vt:variant>
      <vt:variant>
        <vt:i4>36</vt:i4>
      </vt:variant>
    </vt:vector>
  </HeadingPairs>
  <TitlesOfParts>
    <vt:vector size="37" baseType="lpstr">
      <vt:lpstr>Presentar a un orador - Dale Carnegie Training (R)</vt:lpstr>
      <vt:lpstr> Algoritmos y Estructuras de Datos</vt:lpstr>
      <vt:lpstr>ARREGLOS</vt:lpstr>
      <vt:lpstr>ARREGLOS</vt:lpstr>
      <vt:lpstr>ARREGLOS</vt:lpstr>
      <vt:lpstr>Presentación de PowerPoint</vt:lpstr>
      <vt:lpstr>Presentación de PowerPoint</vt:lpstr>
      <vt:lpstr>Vectores</vt:lpstr>
      <vt:lpstr>Vectores - Declaración</vt:lpstr>
      <vt:lpstr>Vectores - Declaración</vt:lpstr>
      <vt:lpstr>Vectores - Declaración</vt:lpstr>
      <vt:lpstr>Vectores - Manejo de índices</vt:lpstr>
      <vt:lpstr>Vectores - Manejo de índices</vt:lpstr>
      <vt:lpstr>Vectores - Manejo de índices</vt:lpstr>
      <vt:lpstr>Vectores - Operaciones</vt:lpstr>
      <vt:lpstr>Vectores - Operaciones</vt:lpstr>
      <vt:lpstr>Vectores</vt:lpstr>
      <vt:lpstr>Vectores</vt:lpstr>
      <vt:lpstr>Vectores - Ejemplo1</vt:lpstr>
      <vt:lpstr>Vectores - Ejemplo1</vt:lpstr>
      <vt:lpstr>Vectores - Ejemplos resueltos</vt:lpstr>
      <vt:lpstr>Vectores - Ejemplos resueltos</vt:lpstr>
      <vt:lpstr>Vectores - Ejemplos resueltos</vt:lpstr>
      <vt:lpstr>Vectores - Ejemplos resueltos</vt:lpstr>
      <vt:lpstr> Vectores - Vectores Paralelos </vt:lpstr>
      <vt:lpstr>Matrices</vt:lpstr>
      <vt:lpstr>Matrices</vt:lpstr>
      <vt:lpstr>Matrices</vt:lpstr>
      <vt:lpstr>Matrices - Declaraciones</vt:lpstr>
      <vt:lpstr>Matrices - Declaraciones</vt:lpstr>
      <vt:lpstr>Matrices - Declaraciones</vt:lpstr>
      <vt:lpstr>Matrices - Operaciones</vt:lpstr>
      <vt:lpstr>Matrices - Operaciones</vt:lpstr>
      <vt:lpstr>Matrices - Ejemplos resueltos</vt:lpstr>
      <vt:lpstr>Matrices - Ejemplos resueltos</vt:lpstr>
      <vt:lpstr>Matrices - Ejemplos resueltos</vt:lpstr>
      <vt:lpstr>Arreglos multidimesionales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Algoritmos y Estructuras de Datos</dc:title>
  <dc:creator>Mirtha Giovannini</dc:creator>
  <cp:lastModifiedBy>Usuario</cp:lastModifiedBy>
  <cp:revision>5</cp:revision>
  <dcterms:created xsi:type="dcterms:W3CDTF">2015-08-12T15:27:12Z</dcterms:created>
  <dcterms:modified xsi:type="dcterms:W3CDTF">2015-08-14T13:54:30Z</dcterms:modified>
</cp:coreProperties>
</file>